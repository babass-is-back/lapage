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5" r:id="rId10"/>
    <p:sldId id="272" r:id="rId11"/>
    <p:sldId id="266" r:id="rId12"/>
    <p:sldId id="267" r:id="rId13"/>
    <p:sldId id="268" r:id="rId14"/>
    <p:sldId id="269" r:id="rId15"/>
    <p:sldId id="270" r:id="rId16"/>
    <p:sldId id="274" r:id="rId17"/>
    <p:sldId id="273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EE90"/>
    <a:srgbClr val="F08080"/>
    <a:srgbClr val="87CEEB"/>
    <a:srgbClr val="FFAA5E"/>
    <a:srgbClr val="012C6A"/>
    <a:srgbClr val="5FB7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59EE43-D87B-4C8C-A75D-7FA1327499FC}" v="334" dt="2025-11-28T15:14:21.1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65" autoAdjust="0"/>
  </p:normalViewPr>
  <p:slideViewPr>
    <p:cSldViewPr snapToGrid="0">
      <p:cViewPr varScale="1">
        <p:scale>
          <a:sx n="93" d="100"/>
          <a:sy n="93" d="100"/>
        </p:scale>
        <p:origin x="3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bass ." userId="8f25de169f411b2a" providerId="LiveId" clId="{B659EE43-D87B-4C8C-A75D-7FA1327499FC}"/>
    <pc:docChg chg="undo redo custSel addSld delSld modSld sldOrd">
      <pc:chgData name="Babass ." userId="8f25de169f411b2a" providerId="LiveId" clId="{B659EE43-D87B-4C8C-A75D-7FA1327499FC}" dt="2025-11-28T15:22:14.212" v="10674" actId="20577"/>
      <pc:docMkLst>
        <pc:docMk/>
      </pc:docMkLst>
      <pc:sldChg chg="modSp mod">
        <pc:chgData name="Babass ." userId="8f25de169f411b2a" providerId="LiveId" clId="{B659EE43-D87B-4C8C-A75D-7FA1327499FC}" dt="2025-11-17T10:01:23.962" v="3411" actId="12"/>
        <pc:sldMkLst>
          <pc:docMk/>
          <pc:sldMk cId="577666342" sldId="257"/>
        </pc:sldMkLst>
        <pc:spChg chg="mod">
          <ac:chgData name="Babass ." userId="8f25de169f411b2a" providerId="LiveId" clId="{B659EE43-D87B-4C8C-A75D-7FA1327499FC}" dt="2025-11-17T10:01:23.962" v="3411" actId="12"/>
          <ac:spMkLst>
            <pc:docMk/>
            <pc:sldMk cId="577666342" sldId="257"/>
            <ac:spMk id="9" creationId="{1434C1A6-AE41-43C7-9D98-C41285E0D42C}"/>
          </ac:spMkLst>
        </pc:spChg>
      </pc:sldChg>
      <pc:sldChg chg="addSp delSp modSp mod modNotesTx">
        <pc:chgData name="Babass ." userId="8f25de169f411b2a" providerId="LiveId" clId="{B659EE43-D87B-4C8C-A75D-7FA1327499FC}" dt="2025-11-25T10:25:10.449" v="4434" actId="1076"/>
        <pc:sldMkLst>
          <pc:docMk/>
          <pc:sldMk cId="4172302160" sldId="258"/>
        </pc:sldMkLst>
        <pc:spChg chg="mod">
          <ac:chgData name="Babass ." userId="8f25de169f411b2a" providerId="LiveId" clId="{B659EE43-D87B-4C8C-A75D-7FA1327499FC}" dt="2025-11-14T14:07:40.085" v="1050" actId="113"/>
          <ac:spMkLst>
            <pc:docMk/>
            <pc:sldMk cId="4172302160" sldId="258"/>
            <ac:spMk id="5" creationId="{BBF657E2-0EFD-45BD-8FEB-28196B5A3D86}"/>
          </ac:spMkLst>
        </pc:spChg>
        <pc:picChg chg="add mod">
          <ac:chgData name="Babass ." userId="8f25de169f411b2a" providerId="LiveId" clId="{B659EE43-D87B-4C8C-A75D-7FA1327499FC}" dt="2025-11-25T10:25:10.449" v="4434" actId="1076"/>
          <ac:picMkLst>
            <pc:docMk/>
            <pc:sldMk cId="4172302160" sldId="258"/>
            <ac:picMk id="1026" creationId="{E2043E82-0455-4DDF-9AE6-C4A16C5FEFDF}"/>
          </ac:picMkLst>
        </pc:picChg>
        <pc:picChg chg="del mod">
          <ac:chgData name="Babass ." userId="8f25de169f411b2a" providerId="LiveId" clId="{B659EE43-D87B-4C8C-A75D-7FA1327499FC}" dt="2025-11-25T10:25:03.484" v="4432" actId="478"/>
          <ac:picMkLst>
            <pc:docMk/>
            <pc:sldMk cId="4172302160" sldId="258"/>
            <ac:picMk id="3074" creationId="{63DF5E17-13DD-46E5-A0DB-FE2AF8925605}"/>
          </ac:picMkLst>
        </pc:picChg>
      </pc:sldChg>
      <pc:sldChg chg="addSp delSp modSp mod">
        <pc:chgData name="Babass ." userId="8f25de169f411b2a" providerId="LiveId" clId="{B659EE43-D87B-4C8C-A75D-7FA1327499FC}" dt="2025-11-26T10:41:38.644" v="7418" actId="20577"/>
        <pc:sldMkLst>
          <pc:docMk/>
          <pc:sldMk cId="1952438226" sldId="259"/>
        </pc:sldMkLst>
        <pc:spChg chg="mod">
          <ac:chgData name="Babass ." userId="8f25de169f411b2a" providerId="LiveId" clId="{B659EE43-D87B-4C8C-A75D-7FA1327499FC}" dt="2025-11-14T14:02:37.133" v="994" actId="20577"/>
          <ac:spMkLst>
            <pc:docMk/>
            <pc:sldMk cId="1952438226" sldId="259"/>
            <ac:spMk id="8" creationId="{A406A472-8B12-4359-9B00-23B824B0B4F9}"/>
          </ac:spMkLst>
        </pc:spChg>
        <pc:spChg chg="add mod">
          <ac:chgData name="Babass ." userId="8f25de169f411b2a" providerId="LiveId" clId="{B659EE43-D87B-4C8C-A75D-7FA1327499FC}" dt="2025-11-26T10:41:38.644" v="7418" actId="20577"/>
          <ac:spMkLst>
            <pc:docMk/>
            <pc:sldMk cId="1952438226" sldId="259"/>
            <ac:spMk id="9" creationId="{E8B6A742-6499-495D-9647-24C0CA46EB98}"/>
          </ac:spMkLst>
        </pc:spChg>
        <pc:picChg chg="add del mod">
          <ac:chgData name="Babass ." userId="8f25de169f411b2a" providerId="LiveId" clId="{B659EE43-D87B-4C8C-A75D-7FA1327499FC}" dt="2025-11-14T13:48:15.240" v="334" actId="478"/>
          <ac:picMkLst>
            <pc:docMk/>
            <pc:sldMk cId="1952438226" sldId="259"/>
            <ac:picMk id="2050" creationId="{EF69E6C6-3C8C-471F-A368-5661D3AD87F5}"/>
          </ac:picMkLst>
        </pc:picChg>
        <pc:picChg chg="add del mod">
          <ac:chgData name="Babass ." userId="8f25de169f411b2a" providerId="LiveId" clId="{B659EE43-D87B-4C8C-A75D-7FA1327499FC}" dt="2025-11-17T09:37:03.057" v="2987" actId="478"/>
          <ac:picMkLst>
            <pc:docMk/>
            <pc:sldMk cId="1952438226" sldId="259"/>
            <ac:picMk id="2052" creationId="{80656C44-55F4-4F47-A16B-952A91B30E78}"/>
          </ac:picMkLst>
        </pc:picChg>
        <pc:picChg chg="add del">
          <ac:chgData name="Babass ." userId="8f25de169f411b2a" providerId="LiveId" clId="{B659EE43-D87B-4C8C-A75D-7FA1327499FC}" dt="2025-11-17T09:37:03.057" v="2987" actId="478"/>
          <ac:picMkLst>
            <pc:docMk/>
            <pc:sldMk cId="1952438226" sldId="259"/>
            <ac:picMk id="2054" creationId="{14B74573-4AAF-45A7-9A3E-9F7947434286}"/>
          </ac:picMkLst>
        </pc:picChg>
        <pc:picChg chg="add mod">
          <ac:chgData name="Babass ." userId="8f25de169f411b2a" providerId="LiveId" clId="{B659EE43-D87B-4C8C-A75D-7FA1327499FC}" dt="2025-11-17T09:37:06.791" v="2989" actId="1076"/>
          <ac:picMkLst>
            <pc:docMk/>
            <pc:sldMk cId="1952438226" sldId="259"/>
            <ac:picMk id="2056" creationId="{BBEF3ECE-4CE7-4A4A-862C-9F818ADBB6A3}"/>
          </ac:picMkLst>
        </pc:picChg>
      </pc:sldChg>
      <pc:sldChg chg="addSp delSp modSp add mod ord modNotesTx">
        <pc:chgData name="Babass ." userId="8f25de169f411b2a" providerId="LiveId" clId="{B659EE43-D87B-4C8C-A75D-7FA1327499FC}" dt="2025-11-26T10:41:29.036" v="7406" actId="20577"/>
        <pc:sldMkLst>
          <pc:docMk/>
          <pc:sldMk cId="1603557485" sldId="260"/>
        </pc:sldMkLst>
        <pc:spChg chg="mod">
          <ac:chgData name="Babass ." userId="8f25de169f411b2a" providerId="LiveId" clId="{B659EE43-D87B-4C8C-A75D-7FA1327499FC}" dt="2025-11-14T14:31:30.139" v="2186" actId="20577"/>
          <ac:spMkLst>
            <pc:docMk/>
            <pc:sldMk cId="1603557485" sldId="260"/>
            <ac:spMk id="8" creationId="{A406A472-8B12-4359-9B00-23B824B0B4F9}"/>
          </ac:spMkLst>
        </pc:spChg>
        <pc:spChg chg="del mod">
          <ac:chgData name="Babass ." userId="8f25de169f411b2a" providerId="LiveId" clId="{B659EE43-D87B-4C8C-A75D-7FA1327499FC}" dt="2025-11-14T14:05:35.712" v="1027"/>
          <ac:spMkLst>
            <pc:docMk/>
            <pc:sldMk cId="1603557485" sldId="260"/>
            <ac:spMk id="9" creationId="{E8B6A742-6499-495D-9647-24C0CA46EB98}"/>
          </ac:spMkLst>
        </pc:spChg>
        <pc:spChg chg="add mod">
          <ac:chgData name="Babass ." userId="8f25de169f411b2a" providerId="LiveId" clId="{B659EE43-D87B-4C8C-A75D-7FA1327499FC}" dt="2025-11-26T10:36:15.070" v="7393" actId="20577"/>
          <ac:spMkLst>
            <pc:docMk/>
            <pc:sldMk cId="1603557485" sldId="260"/>
            <ac:spMk id="10" creationId="{D5F5802E-F833-4809-86E6-62FCAF40B67F}"/>
          </ac:spMkLst>
        </pc:spChg>
        <pc:spChg chg="add mod">
          <ac:chgData name="Babass ." userId="8f25de169f411b2a" providerId="LiveId" clId="{B659EE43-D87B-4C8C-A75D-7FA1327499FC}" dt="2025-11-26T10:41:29.036" v="7406" actId="20577"/>
          <ac:spMkLst>
            <pc:docMk/>
            <pc:sldMk cId="1603557485" sldId="260"/>
            <ac:spMk id="11" creationId="{A1C90E6C-112E-484C-827D-0DF07A100985}"/>
          </ac:spMkLst>
        </pc:spChg>
        <pc:picChg chg="del">
          <ac:chgData name="Babass ." userId="8f25de169f411b2a" providerId="LiveId" clId="{B659EE43-D87B-4C8C-A75D-7FA1327499FC}" dt="2025-11-14T14:02:41.421" v="995" actId="478"/>
          <ac:picMkLst>
            <pc:docMk/>
            <pc:sldMk cId="1603557485" sldId="260"/>
            <ac:picMk id="2052" creationId="{80656C44-55F4-4F47-A16B-952A91B30E78}"/>
          </ac:picMkLst>
        </pc:picChg>
        <pc:picChg chg="add mod">
          <ac:chgData name="Babass ." userId="8f25de169f411b2a" providerId="LiveId" clId="{B659EE43-D87B-4C8C-A75D-7FA1327499FC}" dt="2025-11-18T10:15:32.706" v="4387" actId="1076"/>
          <ac:picMkLst>
            <pc:docMk/>
            <pc:sldMk cId="1603557485" sldId="260"/>
            <ac:picMk id="5122" creationId="{7455B51D-4C59-4CCD-9F08-5814FBA6B308}"/>
          </ac:picMkLst>
        </pc:picChg>
      </pc:sldChg>
      <pc:sldChg chg="addSp delSp modSp add mod">
        <pc:chgData name="Babass ." userId="8f25de169f411b2a" providerId="LiveId" clId="{B659EE43-D87B-4C8C-A75D-7FA1327499FC}" dt="2025-11-27T10:05:59.394" v="9233" actId="478"/>
        <pc:sldMkLst>
          <pc:docMk/>
          <pc:sldMk cId="1755509235" sldId="261"/>
        </pc:sldMkLst>
        <pc:spChg chg="add del mod">
          <ac:chgData name="Babass ." userId="8f25de169f411b2a" providerId="LiveId" clId="{B659EE43-D87B-4C8C-A75D-7FA1327499FC}" dt="2025-11-27T10:05:59.394" v="9233" actId="478"/>
          <ac:spMkLst>
            <pc:docMk/>
            <pc:sldMk cId="1755509235" sldId="261"/>
            <ac:spMk id="2" creationId="{B3C4DD9C-5A7B-4DCD-BB29-2AE5412F61D9}"/>
          </ac:spMkLst>
        </pc:spChg>
        <pc:spChg chg="mod">
          <ac:chgData name="Babass ." userId="8f25de169f411b2a" providerId="LiveId" clId="{B659EE43-D87B-4C8C-A75D-7FA1327499FC}" dt="2025-11-17T10:06:32.238" v="3439" actId="20577"/>
          <ac:spMkLst>
            <pc:docMk/>
            <pc:sldMk cId="1755509235" sldId="261"/>
            <ac:spMk id="8" creationId="{A406A472-8B12-4359-9B00-23B824B0B4F9}"/>
          </ac:spMkLst>
        </pc:spChg>
        <pc:spChg chg="mod">
          <ac:chgData name="Babass ." userId="8f25de169f411b2a" providerId="LiveId" clId="{B659EE43-D87B-4C8C-A75D-7FA1327499FC}" dt="2025-11-25T10:47:21.085" v="4708" actId="1076"/>
          <ac:spMkLst>
            <pc:docMk/>
            <pc:sldMk cId="1755509235" sldId="261"/>
            <ac:spMk id="9" creationId="{E8B6A742-6499-495D-9647-24C0CA46EB98}"/>
          </ac:spMkLst>
        </pc:spChg>
        <pc:picChg chg="add mod">
          <ac:chgData name="Babass ." userId="8f25de169f411b2a" providerId="LiveId" clId="{B659EE43-D87B-4C8C-A75D-7FA1327499FC}" dt="2025-11-25T10:47:27.471" v="4710" actId="1076"/>
          <ac:picMkLst>
            <pc:docMk/>
            <pc:sldMk cId="1755509235" sldId="261"/>
            <ac:picMk id="2050" creationId="{15C1A590-A732-4695-ADA5-72D45E6271A7}"/>
          </ac:picMkLst>
        </pc:picChg>
        <pc:picChg chg="del">
          <ac:chgData name="Babass ." userId="8f25de169f411b2a" providerId="LiveId" clId="{B659EE43-D87B-4C8C-A75D-7FA1327499FC}" dt="2025-11-17T10:06:34.692" v="3440" actId="478"/>
          <ac:picMkLst>
            <pc:docMk/>
            <pc:sldMk cId="1755509235" sldId="261"/>
            <ac:picMk id="2056" creationId="{BBEF3ECE-4CE7-4A4A-862C-9F818ADBB6A3}"/>
          </ac:picMkLst>
        </pc:picChg>
        <pc:picChg chg="add del mod">
          <ac:chgData name="Babass ." userId="8f25de169f411b2a" providerId="LiveId" clId="{B659EE43-D87B-4C8C-A75D-7FA1327499FC}" dt="2025-11-25T10:26:43.656" v="4435" actId="478"/>
          <ac:picMkLst>
            <pc:docMk/>
            <pc:sldMk cId="1755509235" sldId="261"/>
            <ac:picMk id="6146" creationId="{1F325894-69EB-472C-9966-E011D76E7AA0}"/>
          </ac:picMkLst>
        </pc:picChg>
      </pc:sldChg>
      <pc:sldChg chg="addSp delSp modSp add mod">
        <pc:chgData name="Babass ." userId="8f25de169f411b2a" providerId="LiveId" clId="{B659EE43-D87B-4C8C-A75D-7FA1327499FC}" dt="2025-11-25T10:49:17.197" v="4777" actId="1076"/>
        <pc:sldMkLst>
          <pc:docMk/>
          <pc:sldMk cId="2102519748" sldId="262"/>
        </pc:sldMkLst>
        <pc:spChg chg="mod">
          <ac:chgData name="Babass ." userId="8f25de169f411b2a" providerId="LiveId" clId="{B659EE43-D87B-4C8C-A75D-7FA1327499FC}" dt="2025-11-17T10:13:45.609" v="3529" actId="20577"/>
          <ac:spMkLst>
            <pc:docMk/>
            <pc:sldMk cId="2102519748" sldId="262"/>
            <ac:spMk id="8" creationId="{A406A472-8B12-4359-9B00-23B824B0B4F9}"/>
          </ac:spMkLst>
        </pc:spChg>
        <pc:spChg chg="mod">
          <ac:chgData name="Babass ." userId="8f25de169f411b2a" providerId="LiveId" clId="{B659EE43-D87B-4C8C-A75D-7FA1327499FC}" dt="2025-11-25T10:49:17.197" v="4777" actId="1076"/>
          <ac:spMkLst>
            <pc:docMk/>
            <pc:sldMk cId="2102519748" sldId="262"/>
            <ac:spMk id="9" creationId="{E8B6A742-6499-495D-9647-24C0CA46EB98}"/>
          </ac:spMkLst>
        </pc:spChg>
        <pc:picChg chg="add mod">
          <ac:chgData name="Babass ." userId="8f25de169f411b2a" providerId="LiveId" clId="{B659EE43-D87B-4C8C-A75D-7FA1327499FC}" dt="2025-11-25T10:49:12.458" v="4776" actId="1076"/>
          <ac:picMkLst>
            <pc:docMk/>
            <pc:sldMk cId="2102519748" sldId="262"/>
            <ac:picMk id="3074" creationId="{FADC092F-17B7-4192-9D9F-4B888FDCB53C}"/>
          </ac:picMkLst>
        </pc:picChg>
        <pc:picChg chg="del">
          <ac:chgData name="Babass ." userId="8f25de169f411b2a" providerId="LiveId" clId="{B659EE43-D87B-4C8C-A75D-7FA1327499FC}" dt="2025-11-17T10:14:12.130" v="3531" actId="478"/>
          <ac:picMkLst>
            <pc:docMk/>
            <pc:sldMk cId="2102519748" sldId="262"/>
            <ac:picMk id="6146" creationId="{1F325894-69EB-472C-9966-E011D76E7AA0}"/>
          </ac:picMkLst>
        </pc:picChg>
        <pc:picChg chg="add del mod">
          <ac:chgData name="Babass ." userId="8f25de169f411b2a" providerId="LiveId" clId="{B659EE43-D87B-4C8C-A75D-7FA1327499FC}" dt="2025-11-25T10:48:13.611" v="4713" actId="478"/>
          <ac:picMkLst>
            <pc:docMk/>
            <pc:sldMk cId="2102519748" sldId="262"/>
            <ac:picMk id="7170" creationId="{61BFE708-0BBD-4614-A3F6-CBBF81B79807}"/>
          </ac:picMkLst>
        </pc:picChg>
      </pc:sldChg>
      <pc:sldChg chg="add del">
        <pc:chgData name="Babass ." userId="8f25de169f411b2a" providerId="LiveId" clId="{B659EE43-D87B-4C8C-A75D-7FA1327499FC}" dt="2025-11-17T10:49:21.729" v="4382" actId="47"/>
        <pc:sldMkLst>
          <pc:docMk/>
          <pc:sldMk cId="386854363" sldId="263"/>
        </pc:sldMkLst>
      </pc:sldChg>
      <pc:sldChg chg="addSp delSp modSp add mod modAnim">
        <pc:chgData name="Babass ." userId="8f25de169f411b2a" providerId="LiveId" clId="{B659EE43-D87B-4C8C-A75D-7FA1327499FC}" dt="2025-11-28T14:10:30.716" v="9371" actId="1076"/>
        <pc:sldMkLst>
          <pc:docMk/>
          <pc:sldMk cId="669082102" sldId="264"/>
        </pc:sldMkLst>
        <pc:spChg chg="add mod">
          <ac:chgData name="Babass ." userId="8f25de169f411b2a" providerId="LiveId" clId="{B659EE43-D87B-4C8C-A75D-7FA1327499FC}" dt="2025-11-27T10:12:32.069" v="9282" actId="20577"/>
          <ac:spMkLst>
            <pc:docMk/>
            <pc:sldMk cId="669082102" sldId="264"/>
            <ac:spMk id="2" creationId="{26C479CA-8506-43EC-82D4-704147E52B06}"/>
          </ac:spMkLst>
        </pc:spChg>
        <pc:spChg chg="mod">
          <ac:chgData name="Babass ." userId="8f25de169f411b2a" providerId="LiveId" clId="{B659EE43-D87B-4C8C-A75D-7FA1327499FC}" dt="2025-11-17T10:38:00.344" v="4058" actId="20577"/>
          <ac:spMkLst>
            <pc:docMk/>
            <pc:sldMk cId="669082102" sldId="264"/>
            <ac:spMk id="8" creationId="{A406A472-8B12-4359-9B00-23B824B0B4F9}"/>
          </ac:spMkLst>
        </pc:spChg>
        <pc:spChg chg="mod">
          <ac:chgData name="Babass ." userId="8f25de169f411b2a" providerId="LiveId" clId="{B659EE43-D87B-4C8C-A75D-7FA1327499FC}" dt="2025-11-17T10:39:06.691" v="4092" actId="14100"/>
          <ac:spMkLst>
            <pc:docMk/>
            <pc:sldMk cId="669082102" sldId="264"/>
            <ac:spMk id="9" creationId="{E8B6A742-6499-495D-9647-24C0CA46EB98}"/>
          </ac:spMkLst>
        </pc:spChg>
        <pc:spChg chg="add mod">
          <ac:chgData name="Babass ." userId="8f25de169f411b2a" providerId="LiveId" clId="{B659EE43-D87B-4C8C-A75D-7FA1327499FC}" dt="2025-11-27T10:09:04.944" v="9234" actId="20577"/>
          <ac:spMkLst>
            <pc:docMk/>
            <pc:sldMk cId="669082102" sldId="264"/>
            <ac:spMk id="10" creationId="{40A7208B-7C68-4349-8336-A266020AEC3F}"/>
          </ac:spMkLst>
        </pc:spChg>
        <pc:picChg chg="add mod">
          <ac:chgData name="Babass ." userId="8f25de169f411b2a" providerId="LiveId" clId="{B659EE43-D87B-4C8C-A75D-7FA1327499FC}" dt="2025-11-28T14:10:30.716" v="9371" actId="1076"/>
          <ac:picMkLst>
            <pc:docMk/>
            <pc:sldMk cId="669082102" sldId="264"/>
            <ac:picMk id="1026" creationId="{4FFCD6E1-356B-4CAB-8890-0123B66B3497}"/>
          </ac:picMkLst>
        </pc:picChg>
        <pc:picChg chg="add mod">
          <ac:chgData name="Babass ." userId="8f25de169f411b2a" providerId="LiveId" clId="{B659EE43-D87B-4C8C-A75D-7FA1327499FC}" dt="2025-11-25T10:53:31.947" v="4784" actId="14100"/>
          <ac:picMkLst>
            <pc:docMk/>
            <pc:sldMk cId="669082102" sldId="264"/>
            <ac:picMk id="4098" creationId="{E57FD1E3-F89F-401F-9BD9-9B90623FB4B2}"/>
          </ac:picMkLst>
        </pc:picChg>
        <pc:picChg chg="add del mod">
          <ac:chgData name="Babass ." userId="8f25de169f411b2a" providerId="LiveId" clId="{B659EE43-D87B-4C8C-A75D-7FA1327499FC}" dt="2025-11-28T14:10:17.353" v="9367" actId="478"/>
          <ac:picMkLst>
            <pc:docMk/>
            <pc:sldMk cId="669082102" sldId="264"/>
            <ac:picMk id="4100" creationId="{494A7467-DF22-46CB-B3AB-F936489D5DAC}"/>
          </ac:picMkLst>
        </pc:picChg>
        <pc:picChg chg="del">
          <ac:chgData name="Babass ." userId="8f25de169f411b2a" providerId="LiveId" clId="{B659EE43-D87B-4C8C-A75D-7FA1327499FC}" dt="2025-11-17T10:21:42.255" v="3973" actId="478"/>
          <ac:picMkLst>
            <pc:docMk/>
            <pc:sldMk cId="669082102" sldId="264"/>
            <ac:picMk id="7170" creationId="{61BFE708-0BBD-4614-A3F6-CBBF81B79807}"/>
          </ac:picMkLst>
        </pc:picChg>
        <pc:picChg chg="add del mod">
          <ac:chgData name="Babass ." userId="8f25de169f411b2a" providerId="LiveId" clId="{B659EE43-D87B-4C8C-A75D-7FA1327499FC}" dt="2025-11-17T10:36:00.945" v="4028" actId="478"/>
          <ac:picMkLst>
            <pc:docMk/>
            <pc:sldMk cId="669082102" sldId="264"/>
            <ac:picMk id="8194" creationId="{2727FFFE-8909-45A2-B821-E5B8D40FBCB6}"/>
          </ac:picMkLst>
        </pc:picChg>
        <pc:picChg chg="add del mod">
          <ac:chgData name="Babass ." userId="8f25de169f411b2a" providerId="LiveId" clId="{B659EE43-D87B-4C8C-A75D-7FA1327499FC}" dt="2025-11-25T10:58:01.765" v="4785" actId="478"/>
          <ac:picMkLst>
            <pc:docMk/>
            <pc:sldMk cId="669082102" sldId="264"/>
            <ac:picMk id="8196" creationId="{235034D8-EEEB-490C-9DA9-AD44998A8130}"/>
          </ac:picMkLst>
        </pc:picChg>
        <pc:picChg chg="add mod">
          <ac:chgData name="Babass ." userId="8f25de169f411b2a" providerId="LiveId" clId="{B659EE43-D87B-4C8C-A75D-7FA1327499FC}" dt="2025-11-25T10:58:30.139" v="4795" actId="14100"/>
          <ac:picMkLst>
            <pc:docMk/>
            <pc:sldMk cId="669082102" sldId="264"/>
            <ac:picMk id="8198" creationId="{244E3E18-0D72-4FEF-AB27-69A64190E008}"/>
          </ac:picMkLst>
        </pc:picChg>
        <pc:picChg chg="add del mod">
          <ac:chgData name="Babass ." userId="8f25de169f411b2a" providerId="LiveId" clId="{B659EE43-D87B-4C8C-A75D-7FA1327499FC}" dt="2025-11-25T10:53:17.542" v="4779" actId="478"/>
          <ac:picMkLst>
            <pc:docMk/>
            <pc:sldMk cId="669082102" sldId="264"/>
            <ac:picMk id="8200" creationId="{BBA6496C-2204-4039-89BA-76E1979C5535}"/>
          </ac:picMkLst>
        </pc:picChg>
        <pc:cxnChg chg="add">
          <ac:chgData name="Babass ." userId="8f25de169f411b2a" providerId="LiveId" clId="{B659EE43-D87B-4C8C-A75D-7FA1327499FC}" dt="2025-11-17T10:39:51.163" v="4100" actId="11529"/>
          <ac:cxnSpMkLst>
            <pc:docMk/>
            <pc:sldMk cId="669082102" sldId="264"/>
            <ac:cxnSpMk id="3" creationId="{43EE44C7-F68D-4B0D-9126-ABFD1445AA9C}"/>
          </ac:cxnSpMkLst>
        </pc:cxnChg>
      </pc:sldChg>
      <pc:sldChg chg="addSp delSp modSp add mod">
        <pc:chgData name="Babass ." userId="8f25de169f411b2a" providerId="LiveId" clId="{B659EE43-D87B-4C8C-A75D-7FA1327499FC}" dt="2025-11-28T14:37:50.375" v="9482" actId="1076"/>
        <pc:sldMkLst>
          <pc:docMk/>
          <pc:sldMk cId="2012595679" sldId="265"/>
        </pc:sldMkLst>
        <pc:spChg chg="mod">
          <ac:chgData name="Babass ." userId="8f25de169f411b2a" providerId="LiveId" clId="{B659EE43-D87B-4C8C-A75D-7FA1327499FC}" dt="2025-11-17T10:44:22.709" v="4158" actId="20577"/>
          <ac:spMkLst>
            <pc:docMk/>
            <pc:sldMk cId="2012595679" sldId="265"/>
            <ac:spMk id="8" creationId="{A406A472-8B12-4359-9B00-23B824B0B4F9}"/>
          </ac:spMkLst>
        </pc:spChg>
        <pc:spChg chg="mod">
          <ac:chgData name="Babass ." userId="8f25de169f411b2a" providerId="LiveId" clId="{B659EE43-D87B-4C8C-A75D-7FA1327499FC}" dt="2025-11-28T14:11:25.745" v="9376" actId="20577"/>
          <ac:spMkLst>
            <pc:docMk/>
            <pc:sldMk cId="2012595679" sldId="265"/>
            <ac:spMk id="9" creationId="{E8B6A742-6499-495D-9647-24C0CA46EB98}"/>
          </ac:spMkLst>
        </pc:spChg>
        <pc:spChg chg="del">
          <ac:chgData name="Babass ." userId="8f25de169f411b2a" providerId="LiveId" clId="{B659EE43-D87B-4C8C-A75D-7FA1327499FC}" dt="2025-11-17T10:44:19.823" v="4157" actId="478"/>
          <ac:spMkLst>
            <pc:docMk/>
            <pc:sldMk cId="2012595679" sldId="265"/>
            <ac:spMk id="10" creationId="{40A7208B-7C68-4349-8336-A266020AEC3F}"/>
          </ac:spMkLst>
        </pc:spChg>
        <pc:graphicFrameChg chg="add del mod">
          <ac:chgData name="Babass ." userId="8f25de169f411b2a" providerId="LiveId" clId="{B659EE43-D87B-4C8C-A75D-7FA1327499FC}" dt="2025-11-17T10:41:13.998" v="4123" actId="478"/>
          <ac:graphicFrameMkLst>
            <pc:docMk/>
            <pc:sldMk cId="2012595679" sldId="265"/>
            <ac:graphicFrameMk id="2" creationId="{B6BEA72B-39FA-4556-B840-AA4A91895A96}"/>
          </ac:graphicFrameMkLst>
        </pc:graphicFrameChg>
        <pc:graphicFrameChg chg="add mod modGraphic">
          <ac:chgData name="Babass ." userId="8f25de169f411b2a" providerId="LiveId" clId="{B659EE43-D87B-4C8C-A75D-7FA1327499FC}" dt="2025-11-28T14:26:31.444" v="9388" actId="1076"/>
          <ac:graphicFrameMkLst>
            <pc:docMk/>
            <pc:sldMk cId="2012595679" sldId="265"/>
            <ac:graphicFrameMk id="3" creationId="{F3902524-E288-4BC0-9E23-88C52936910F}"/>
          </ac:graphicFrameMkLst>
        </pc:graphicFrameChg>
        <pc:picChg chg="add del mod">
          <ac:chgData name="Babass ." userId="8f25de169f411b2a" providerId="LiveId" clId="{B659EE43-D87B-4C8C-A75D-7FA1327499FC}" dt="2025-11-28T14:26:13.317" v="9383" actId="478"/>
          <ac:picMkLst>
            <pc:docMk/>
            <pc:sldMk cId="2012595679" sldId="265"/>
            <ac:picMk id="2050" creationId="{6FB21B8F-D1DF-4B59-8C90-0A4DA516722B}"/>
          </ac:picMkLst>
        </pc:picChg>
        <pc:picChg chg="add del mod">
          <ac:chgData name="Babass ." userId="8f25de169f411b2a" providerId="LiveId" clId="{B659EE43-D87B-4C8C-A75D-7FA1327499FC}" dt="2025-11-28T14:37:39.154" v="9477" actId="478"/>
          <ac:picMkLst>
            <pc:docMk/>
            <pc:sldMk cId="2012595679" sldId="265"/>
            <ac:picMk id="2052" creationId="{36A46E78-4F0D-4D74-A04F-EBEE8B63816A}"/>
          </ac:picMkLst>
        </pc:picChg>
        <pc:picChg chg="add mod">
          <ac:chgData name="Babass ." userId="8f25de169f411b2a" providerId="LiveId" clId="{B659EE43-D87B-4C8C-A75D-7FA1327499FC}" dt="2025-11-28T14:37:50.375" v="9482" actId="1076"/>
          <ac:picMkLst>
            <pc:docMk/>
            <pc:sldMk cId="2012595679" sldId="265"/>
            <ac:picMk id="2054" creationId="{83213D0A-D9E2-4CE1-8A28-D78D98E39849}"/>
          </ac:picMkLst>
        </pc:picChg>
        <pc:picChg chg="add del mod">
          <ac:chgData name="Babass ." userId="8f25de169f411b2a" providerId="LiveId" clId="{B659EE43-D87B-4C8C-A75D-7FA1327499FC}" dt="2025-11-28T14:24:02.478" v="9378" actId="478"/>
          <ac:picMkLst>
            <pc:docMk/>
            <pc:sldMk cId="2012595679" sldId="265"/>
            <ac:picMk id="5122" creationId="{52E3DC5E-E54D-45F4-B633-8E928BCF29EB}"/>
          </ac:picMkLst>
        </pc:picChg>
        <pc:picChg chg="add del mod">
          <ac:chgData name="Babass ." userId="8f25de169f411b2a" providerId="LiveId" clId="{B659EE43-D87B-4C8C-A75D-7FA1327499FC}" dt="2025-11-28T14:24:01.156" v="9377" actId="478"/>
          <ac:picMkLst>
            <pc:docMk/>
            <pc:sldMk cId="2012595679" sldId="265"/>
            <ac:picMk id="5124" creationId="{7411D6CF-D6AB-4DA4-9E33-D642E4A708D0}"/>
          </ac:picMkLst>
        </pc:picChg>
        <pc:picChg chg="del">
          <ac:chgData name="Babass ." userId="8f25de169f411b2a" providerId="LiveId" clId="{B659EE43-D87B-4C8C-A75D-7FA1327499FC}" dt="2025-11-17T10:39:56.786" v="4102" actId="478"/>
          <ac:picMkLst>
            <pc:docMk/>
            <pc:sldMk cId="2012595679" sldId="265"/>
            <ac:picMk id="8196" creationId="{235034D8-EEEB-490C-9DA9-AD44998A8130}"/>
          </ac:picMkLst>
        </pc:picChg>
        <pc:picChg chg="del">
          <ac:chgData name="Babass ." userId="8f25de169f411b2a" providerId="LiveId" clId="{B659EE43-D87B-4C8C-A75D-7FA1327499FC}" dt="2025-11-17T10:39:57.272" v="4103" actId="478"/>
          <ac:picMkLst>
            <pc:docMk/>
            <pc:sldMk cId="2012595679" sldId="265"/>
            <ac:picMk id="8198" creationId="{244E3E18-0D72-4FEF-AB27-69A64190E008}"/>
          </ac:picMkLst>
        </pc:picChg>
        <pc:picChg chg="del">
          <ac:chgData name="Babass ." userId="8f25de169f411b2a" providerId="LiveId" clId="{B659EE43-D87B-4C8C-A75D-7FA1327499FC}" dt="2025-11-17T10:39:56.189" v="4101" actId="478"/>
          <ac:picMkLst>
            <pc:docMk/>
            <pc:sldMk cId="2012595679" sldId="265"/>
            <ac:picMk id="8200" creationId="{BBA6496C-2204-4039-89BA-76E1979C5535}"/>
          </ac:picMkLst>
        </pc:picChg>
        <pc:picChg chg="add del mod">
          <ac:chgData name="Babass ." userId="8f25de169f411b2a" providerId="LiveId" clId="{B659EE43-D87B-4C8C-A75D-7FA1327499FC}" dt="2025-11-25T14:31:13.262" v="4867" actId="478"/>
          <ac:picMkLst>
            <pc:docMk/>
            <pc:sldMk cId="2012595679" sldId="265"/>
            <ac:picMk id="10242" creationId="{AF611D6A-B5F9-40C1-B12E-A2548D788340}"/>
          </ac:picMkLst>
        </pc:picChg>
      </pc:sldChg>
      <pc:sldChg chg="new del">
        <pc:chgData name="Babass ." userId="8f25de169f411b2a" providerId="LiveId" clId="{B659EE43-D87B-4C8C-A75D-7FA1327499FC}" dt="2025-11-25T14:31:43.035" v="4875" actId="47"/>
        <pc:sldMkLst>
          <pc:docMk/>
          <pc:sldMk cId="1745058448" sldId="266"/>
        </pc:sldMkLst>
      </pc:sldChg>
      <pc:sldChg chg="addSp delSp modSp add mod modNotesTx">
        <pc:chgData name="Babass ." userId="8f25de169f411b2a" providerId="LiveId" clId="{B659EE43-D87B-4C8C-A75D-7FA1327499FC}" dt="2025-11-28T15:10:17.451" v="10032" actId="1076"/>
        <pc:sldMkLst>
          <pc:docMk/>
          <pc:sldMk cId="3127338318" sldId="266"/>
        </pc:sldMkLst>
        <pc:spChg chg="add del mod">
          <ac:chgData name="Babass ." userId="8f25de169f411b2a" providerId="LiveId" clId="{B659EE43-D87B-4C8C-A75D-7FA1327499FC}" dt="2025-11-28T15:04:38.375" v="10028" actId="478"/>
          <ac:spMkLst>
            <pc:docMk/>
            <pc:sldMk cId="3127338318" sldId="266"/>
            <ac:spMk id="2" creationId="{FE9C7A25-8CA1-4DE7-B9C3-C04F80B5F36C}"/>
          </ac:spMkLst>
        </pc:spChg>
        <pc:spChg chg="add mod">
          <ac:chgData name="Babass ." userId="8f25de169f411b2a" providerId="LiveId" clId="{B659EE43-D87B-4C8C-A75D-7FA1327499FC}" dt="2025-11-26T15:42:22.871" v="9205" actId="20577"/>
          <ac:spMkLst>
            <pc:docMk/>
            <pc:sldMk cId="3127338318" sldId="266"/>
            <ac:spMk id="4" creationId="{4E11C327-41F4-4CE5-8ECA-F684C0E5DA22}"/>
          </ac:spMkLst>
        </pc:spChg>
        <pc:spChg chg="mod">
          <ac:chgData name="Babass ." userId="8f25de169f411b2a" providerId="LiveId" clId="{B659EE43-D87B-4C8C-A75D-7FA1327499FC}" dt="2025-11-25T14:32:30.125" v="4963" actId="20577"/>
          <ac:spMkLst>
            <pc:docMk/>
            <pc:sldMk cId="3127338318" sldId="266"/>
            <ac:spMk id="8" creationId="{A406A472-8B12-4359-9B00-23B824B0B4F9}"/>
          </ac:spMkLst>
        </pc:spChg>
        <pc:spChg chg="mod">
          <ac:chgData name="Babass ." userId="8f25de169f411b2a" providerId="LiveId" clId="{B659EE43-D87B-4C8C-A75D-7FA1327499FC}" dt="2025-11-26T09:08:27.415" v="5810" actId="20577"/>
          <ac:spMkLst>
            <pc:docMk/>
            <pc:sldMk cId="3127338318" sldId="266"/>
            <ac:spMk id="9" creationId="{E8B6A742-6499-495D-9647-24C0CA46EB98}"/>
          </ac:spMkLst>
        </pc:spChg>
        <pc:graphicFrameChg chg="add del mod modGraphic">
          <ac:chgData name="Babass ." userId="8f25de169f411b2a" providerId="LiveId" clId="{B659EE43-D87B-4C8C-A75D-7FA1327499FC}" dt="2025-11-26T15:42:09.696" v="9200" actId="478"/>
          <ac:graphicFrameMkLst>
            <pc:docMk/>
            <pc:sldMk cId="3127338318" sldId="266"/>
            <ac:graphicFrameMk id="2" creationId="{70F2873C-902D-4B4F-9EE4-4F66FA4B4E9E}"/>
          </ac:graphicFrameMkLst>
        </pc:graphicFrameChg>
        <pc:graphicFrameChg chg="del">
          <ac:chgData name="Babass ." userId="8f25de169f411b2a" providerId="LiveId" clId="{B659EE43-D87B-4C8C-A75D-7FA1327499FC}" dt="2025-11-25T14:32:35.606" v="4964" actId="478"/>
          <ac:graphicFrameMkLst>
            <pc:docMk/>
            <pc:sldMk cId="3127338318" sldId="266"/>
            <ac:graphicFrameMk id="3" creationId="{F3902524-E288-4BC0-9E23-88C52936910F}"/>
          </ac:graphicFrameMkLst>
        </pc:graphicFrameChg>
        <pc:picChg chg="add mod">
          <ac:chgData name="Babass ." userId="8f25de169f411b2a" providerId="LiveId" clId="{B659EE43-D87B-4C8C-A75D-7FA1327499FC}" dt="2025-11-28T15:10:17.451" v="10032" actId="1076"/>
          <ac:picMkLst>
            <pc:docMk/>
            <pc:sldMk cId="3127338318" sldId="266"/>
            <ac:picMk id="4098" creationId="{899F6B04-BA28-4308-8C47-61693DF9AFA7}"/>
          </ac:picMkLst>
        </pc:picChg>
        <pc:picChg chg="del">
          <ac:chgData name="Babass ." userId="8f25de169f411b2a" providerId="LiveId" clId="{B659EE43-D87B-4C8C-A75D-7FA1327499FC}" dt="2025-11-25T14:32:37.649" v="4965" actId="478"/>
          <ac:picMkLst>
            <pc:docMk/>
            <pc:sldMk cId="3127338318" sldId="266"/>
            <ac:picMk id="5122" creationId="{52E3DC5E-E54D-45F4-B633-8E928BCF29EB}"/>
          </ac:picMkLst>
        </pc:picChg>
        <pc:picChg chg="add del mod">
          <ac:chgData name="Babass ." userId="8f25de169f411b2a" providerId="LiveId" clId="{B659EE43-D87B-4C8C-A75D-7FA1327499FC}" dt="2025-11-28T15:10:11.962" v="10029" actId="478"/>
          <ac:picMkLst>
            <pc:docMk/>
            <pc:sldMk cId="3127338318" sldId="266"/>
            <ac:picMk id="7170" creationId="{590D79BB-D4F7-476E-B3B2-8A77FB4D3854}"/>
          </ac:picMkLst>
        </pc:picChg>
      </pc:sldChg>
      <pc:sldChg chg="addSp delSp modSp add mod modNotesTx">
        <pc:chgData name="Babass ." userId="8f25de169f411b2a" providerId="LiveId" clId="{B659EE43-D87B-4C8C-A75D-7FA1327499FC}" dt="2025-11-26T09:15:09.070" v="6027" actId="1076"/>
        <pc:sldMkLst>
          <pc:docMk/>
          <pc:sldMk cId="2816169133" sldId="267"/>
        </pc:sldMkLst>
        <pc:spChg chg="mod">
          <ac:chgData name="Babass ." userId="8f25de169f411b2a" providerId="LiveId" clId="{B659EE43-D87B-4C8C-A75D-7FA1327499FC}" dt="2025-11-26T09:15:00.749" v="6025" actId="1076"/>
          <ac:spMkLst>
            <pc:docMk/>
            <pc:sldMk cId="2816169133" sldId="267"/>
            <ac:spMk id="4" creationId="{4E11C327-41F4-4CE5-8ECA-F684C0E5DA22}"/>
          </ac:spMkLst>
        </pc:spChg>
        <pc:spChg chg="mod">
          <ac:chgData name="Babass ." userId="8f25de169f411b2a" providerId="LiveId" clId="{B659EE43-D87B-4C8C-A75D-7FA1327499FC}" dt="2025-11-25T14:59:20.920" v="5503" actId="20577"/>
          <ac:spMkLst>
            <pc:docMk/>
            <pc:sldMk cId="2816169133" sldId="267"/>
            <ac:spMk id="8" creationId="{A406A472-8B12-4359-9B00-23B824B0B4F9}"/>
          </ac:spMkLst>
        </pc:spChg>
        <pc:spChg chg="mod">
          <ac:chgData name="Babass ." userId="8f25de169f411b2a" providerId="LiveId" clId="{B659EE43-D87B-4C8C-A75D-7FA1327499FC}" dt="2025-11-26T09:15:04.124" v="6026" actId="1076"/>
          <ac:spMkLst>
            <pc:docMk/>
            <pc:sldMk cId="2816169133" sldId="267"/>
            <ac:spMk id="9" creationId="{E8B6A742-6499-495D-9647-24C0CA46EB98}"/>
          </ac:spMkLst>
        </pc:spChg>
        <pc:graphicFrameChg chg="del">
          <ac:chgData name="Babass ." userId="8f25de169f411b2a" providerId="LiveId" clId="{B659EE43-D87B-4C8C-A75D-7FA1327499FC}" dt="2025-11-26T08:50:19.808" v="5635" actId="478"/>
          <ac:graphicFrameMkLst>
            <pc:docMk/>
            <pc:sldMk cId="2816169133" sldId="267"/>
            <ac:graphicFrameMk id="2" creationId="{70F2873C-902D-4B4F-9EE4-4F66FA4B4E9E}"/>
          </ac:graphicFrameMkLst>
        </pc:graphicFrameChg>
        <pc:picChg chg="add mod">
          <ac:chgData name="Babass ." userId="8f25de169f411b2a" providerId="LiveId" clId="{B659EE43-D87B-4C8C-A75D-7FA1327499FC}" dt="2025-11-26T09:15:09.070" v="6027" actId="1076"/>
          <ac:picMkLst>
            <pc:docMk/>
            <pc:sldMk cId="2816169133" sldId="267"/>
            <ac:picMk id="6146" creationId="{AAC6F9CC-5B79-410F-8D31-88E2B55D116E}"/>
          </ac:picMkLst>
        </pc:picChg>
      </pc:sldChg>
      <pc:sldChg chg="addSp delSp modSp add mod modNotesTx">
        <pc:chgData name="Babass ." userId="8f25de169f411b2a" providerId="LiveId" clId="{B659EE43-D87B-4C8C-A75D-7FA1327499FC}" dt="2025-11-28T15:14:54.137" v="10128" actId="313"/>
        <pc:sldMkLst>
          <pc:docMk/>
          <pc:sldMk cId="2558616106" sldId="268"/>
        </pc:sldMkLst>
        <pc:spChg chg="add del mod">
          <ac:chgData name="Babass ." userId="8f25de169f411b2a" providerId="LiveId" clId="{B659EE43-D87B-4C8C-A75D-7FA1327499FC}" dt="2025-11-28T15:12:58.240" v="10034" actId="478"/>
          <ac:spMkLst>
            <pc:docMk/>
            <pc:sldMk cId="2558616106" sldId="268"/>
            <ac:spMk id="2" creationId="{45C42DF5-9299-4FEC-B1C0-7E9A059C1361}"/>
          </ac:spMkLst>
        </pc:spChg>
        <pc:spChg chg="mod">
          <ac:chgData name="Babass ." userId="8f25de169f411b2a" providerId="LiveId" clId="{B659EE43-D87B-4C8C-A75D-7FA1327499FC}" dt="2025-11-28T15:14:54.137" v="10128" actId="313"/>
          <ac:spMkLst>
            <pc:docMk/>
            <pc:sldMk cId="2558616106" sldId="268"/>
            <ac:spMk id="4" creationId="{4E11C327-41F4-4CE5-8ECA-F684C0E5DA22}"/>
          </ac:spMkLst>
        </pc:spChg>
        <pc:spChg chg="mod">
          <ac:chgData name="Babass ." userId="8f25de169f411b2a" providerId="LiveId" clId="{B659EE43-D87B-4C8C-A75D-7FA1327499FC}" dt="2025-11-26T09:19:30.967" v="6051" actId="313"/>
          <ac:spMkLst>
            <pc:docMk/>
            <pc:sldMk cId="2558616106" sldId="268"/>
            <ac:spMk id="8" creationId="{A406A472-8B12-4359-9B00-23B824B0B4F9}"/>
          </ac:spMkLst>
        </pc:spChg>
        <pc:spChg chg="mod">
          <ac:chgData name="Babass ." userId="8f25de169f411b2a" providerId="LiveId" clId="{B659EE43-D87B-4C8C-A75D-7FA1327499FC}" dt="2025-11-26T09:24:45.920" v="6203" actId="20577"/>
          <ac:spMkLst>
            <pc:docMk/>
            <pc:sldMk cId="2558616106" sldId="268"/>
            <ac:spMk id="9" creationId="{E8B6A742-6499-495D-9647-24C0CA46EB98}"/>
          </ac:spMkLst>
        </pc:spChg>
        <pc:picChg chg="add mod">
          <ac:chgData name="Babass ." userId="8f25de169f411b2a" providerId="LiveId" clId="{B659EE43-D87B-4C8C-A75D-7FA1327499FC}" dt="2025-11-28T15:14:21.159" v="10087" actId="1076"/>
          <ac:picMkLst>
            <pc:docMk/>
            <pc:sldMk cId="2558616106" sldId="268"/>
            <ac:picMk id="5122" creationId="{13FB24B7-282B-4B57-9BB9-1DA136E6C40A}"/>
          </ac:picMkLst>
        </pc:picChg>
        <pc:picChg chg="add mod">
          <ac:chgData name="Babass ." userId="8f25de169f411b2a" providerId="LiveId" clId="{B659EE43-D87B-4C8C-A75D-7FA1327499FC}" dt="2025-11-28T15:14:16.684" v="10085" actId="1076"/>
          <ac:picMkLst>
            <pc:docMk/>
            <pc:sldMk cId="2558616106" sldId="268"/>
            <ac:picMk id="5124" creationId="{C4E2637A-1C67-4674-A32E-5502F38EE70A}"/>
          </ac:picMkLst>
        </pc:picChg>
        <pc:picChg chg="del">
          <ac:chgData name="Babass ." userId="8f25de169f411b2a" providerId="LiveId" clId="{B659EE43-D87B-4C8C-A75D-7FA1327499FC}" dt="2025-11-26T09:19:16.310" v="6030" actId="478"/>
          <ac:picMkLst>
            <pc:docMk/>
            <pc:sldMk cId="2558616106" sldId="268"/>
            <ac:picMk id="6146" creationId="{AAC6F9CC-5B79-410F-8D31-88E2B55D116E}"/>
          </ac:picMkLst>
        </pc:picChg>
        <pc:picChg chg="add del mod">
          <ac:chgData name="Babass ." userId="8f25de169f411b2a" providerId="LiveId" clId="{B659EE43-D87B-4C8C-A75D-7FA1327499FC}" dt="2025-11-26T09:29:04.341" v="6204" actId="478"/>
          <ac:picMkLst>
            <pc:docMk/>
            <pc:sldMk cId="2558616106" sldId="268"/>
            <ac:picMk id="8194" creationId="{141368C1-28CA-4D1C-B7B4-0E6EC59C17A5}"/>
          </ac:picMkLst>
        </pc:picChg>
        <pc:picChg chg="add del mod">
          <ac:chgData name="Babass ." userId="8f25de169f411b2a" providerId="LiveId" clId="{B659EE43-D87B-4C8C-A75D-7FA1327499FC}" dt="2025-11-28T15:12:54.886" v="10033" actId="478"/>
          <ac:picMkLst>
            <pc:docMk/>
            <pc:sldMk cId="2558616106" sldId="268"/>
            <ac:picMk id="8196" creationId="{19FA6594-E3B7-4642-86ED-057845C10385}"/>
          </ac:picMkLst>
        </pc:picChg>
      </pc:sldChg>
      <pc:sldChg chg="addSp delSp modSp add mod modNotesTx">
        <pc:chgData name="Babass ." userId="8f25de169f411b2a" providerId="LiveId" clId="{B659EE43-D87B-4C8C-A75D-7FA1327499FC}" dt="2025-11-28T15:15:39.604" v="10144" actId="20577"/>
        <pc:sldMkLst>
          <pc:docMk/>
          <pc:sldMk cId="3208041987" sldId="269"/>
        </pc:sldMkLst>
        <pc:spChg chg="mod">
          <ac:chgData name="Babass ." userId="8f25de169f411b2a" providerId="LiveId" clId="{B659EE43-D87B-4C8C-A75D-7FA1327499FC}" dt="2025-11-28T15:15:39.604" v="10144" actId="20577"/>
          <ac:spMkLst>
            <pc:docMk/>
            <pc:sldMk cId="3208041987" sldId="269"/>
            <ac:spMk id="4" creationId="{4E11C327-41F4-4CE5-8ECA-F684C0E5DA22}"/>
          </ac:spMkLst>
        </pc:spChg>
        <pc:spChg chg="mod">
          <ac:chgData name="Babass ." userId="8f25de169f411b2a" providerId="LiveId" clId="{B659EE43-D87B-4C8C-A75D-7FA1327499FC}" dt="2025-11-26T09:33:01.898" v="6415" actId="20577"/>
          <ac:spMkLst>
            <pc:docMk/>
            <pc:sldMk cId="3208041987" sldId="269"/>
            <ac:spMk id="8" creationId="{A406A472-8B12-4359-9B00-23B824B0B4F9}"/>
          </ac:spMkLst>
        </pc:spChg>
        <pc:spChg chg="mod">
          <ac:chgData name="Babass ." userId="8f25de169f411b2a" providerId="LiveId" clId="{B659EE43-D87B-4C8C-A75D-7FA1327499FC}" dt="2025-11-26T09:34:47.184" v="6423" actId="20577"/>
          <ac:spMkLst>
            <pc:docMk/>
            <pc:sldMk cId="3208041987" sldId="269"/>
            <ac:spMk id="9" creationId="{E8B6A742-6499-495D-9647-24C0CA46EB98}"/>
          </ac:spMkLst>
        </pc:spChg>
        <pc:picChg chg="del mod">
          <ac:chgData name="Babass ." userId="8f25de169f411b2a" providerId="LiveId" clId="{B659EE43-D87B-4C8C-A75D-7FA1327499FC}" dt="2025-11-26T09:32:38.810" v="6391" actId="478"/>
          <ac:picMkLst>
            <pc:docMk/>
            <pc:sldMk cId="3208041987" sldId="269"/>
            <ac:picMk id="8196" creationId="{19FA6594-E3B7-4642-86ED-057845C10385}"/>
          </ac:picMkLst>
        </pc:picChg>
        <pc:picChg chg="add del mod">
          <ac:chgData name="Babass ." userId="8f25de169f411b2a" providerId="LiveId" clId="{B659EE43-D87B-4C8C-A75D-7FA1327499FC}" dt="2025-11-26T09:36:29.398" v="6453" actId="478"/>
          <ac:picMkLst>
            <pc:docMk/>
            <pc:sldMk cId="3208041987" sldId="269"/>
            <ac:picMk id="9218" creationId="{4C242533-1560-49FA-8B39-51A40C299013}"/>
          </ac:picMkLst>
        </pc:picChg>
        <pc:picChg chg="add mod">
          <ac:chgData name="Babass ." userId="8f25de169f411b2a" providerId="LiveId" clId="{B659EE43-D87B-4C8C-A75D-7FA1327499FC}" dt="2025-11-26T09:37:14.482" v="6492" actId="14100"/>
          <ac:picMkLst>
            <pc:docMk/>
            <pc:sldMk cId="3208041987" sldId="269"/>
            <ac:picMk id="9220" creationId="{21632C8E-625D-4175-B1F8-3CEB8A7D6F54}"/>
          </ac:picMkLst>
        </pc:picChg>
      </pc:sldChg>
      <pc:sldChg chg="addSp delSp modSp add mod modNotesTx">
        <pc:chgData name="Babass ." userId="8f25de169f411b2a" providerId="LiveId" clId="{B659EE43-D87B-4C8C-A75D-7FA1327499FC}" dt="2025-11-26T14:27:58.685" v="8269" actId="20577"/>
        <pc:sldMkLst>
          <pc:docMk/>
          <pc:sldMk cId="1115246955" sldId="270"/>
        </pc:sldMkLst>
        <pc:spChg chg="mod">
          <ac:chgData name="Babass ." userId="8f25de169f411b2a" providerId="LiveId" clId="{B659EE43-D87B-4C8C-A75D-7FA1327499FC}" dt="2025-11-26T14:27:50.967" v="8268" actId="1076"/>
          <ac:spMkLst>
            <pc:docMk/>
            <pc:sldMk cId="1115246955" sldId="270"/>
            <ac:spMk id="4" creationId="{4E11C327-41F4-4CE5-8ECA-F684C0E5DA22}"/>
          </ac:spMkLst>
        </pc:spChg>
        <pc:spChg chg="mod">
          <ac:chgData name="Babass ." userId="8f25de169f411b2a" providerId="LiveId" clId="{B659EE43-D87B-4C8C-A75D-7FA1327499FC}" dt="2025-11-26T09:39:56.597" v="6875" actId="20577"/>
          <ac:spMkLst>
            <pc:docMk/>
            <pc:sldMk cId="1115246955" sldId="270"/>
            <ac:spMk id="8" creationId="{A406A472-8B12-4359-9B00-23B824B0B4F9}"/>
          </ac:spMkLst>
        </pc:spChg>
        <pc:spChg chg="mod">
          <ac:chgData name="Babass ." userId="8f25de169f411b2a" providerId="LiveId" clId="{B659EE43-D87B-4C8C-A75D-7FA1327499FC}" dt="2025-11-26T14:13:05.683" v="8090" actId="1076"/>
          <ac:spMkLst>
            <pc:docMk/>
            <pc:sldMk cId="1115246955" sldId="270"/>
            <ac:spMk id="9" creationId="{E8B6A742-6499-495D-9647-24C0CA46EB98}"/>
          </ac:spMkLst>
        </pc:spChg>
        <pc:picChg chg="del">
          <ac:chgData name="Babass ." userId="8f25de169f411b2a" providerId="LiveId" clId="{B659EE43-D87B-4C8C-A75D-7FA1327499FC}" dt="2025-11-26T09:39:59.553" v="6876" actId="478"/>
          <ac:picMkLst>
            <pc:docMk/>
            <pc:sldMk cId="1115246955" sldId="270"/>
            <ac:picMk id="9220" creationId="{21632C8E-625D-4175-B1F8-3CEB8A7D6F54}"/>
          </ac:picMkLst>
        </pc:picChg>
        <pc:picChg chg="add mod">
          <ac:chgData name="Babass ." userId="8f25de169f411b2a" providerId="LiveId" clId="{B659EE43-D87B-4C8C-A75D-7FA1327499FC}" dt="2025-11-26T09:40:25.096" v="6882" actId="14100"/>
          <ac:picMkLst>
            <pc:docMk/>
            <pc:sldMk cId="1115246955" sldId="270"/>
            <ac:picMk id="11266" creationId="{978AB451-63D4-4E7E-B376-E5C1594C31DE}"/>
          </ac:picMkLst>
        </pc:picChg>
      </pc:sldChg>
      <pc:sldChg chg="add del">
        <pc:chgData name="Babass ." userId="8f25de169f411b2a" providerId="LiveId" clId="{B659EE43-D87B-4C8C-A75D-7FA1327499FC}" dt="2025-11-26T09:40:05.506" v="6878"/>
        <pc:sldMkLst>
          <pc:docMk/>
          <pc:sldMk cId="1684445655" sldId="271"/>
        </pc:sldMkLst>
      </pc:sldChg>
      <pc:sldChg chg="delSp modSp add del mod">
        <pc:chgData name="Babass ." userId="8f25de169f411b2a" providerId="LiveId" clId="{B659EE43-D87B-4C8C-A75D-7FA1327499FC}" dt="2025-11-26T15:42:50.313" v="9206" actId="47"/>
        <pc:sldMkLst>
          <pc:docMk/>
          <pc:sldMk cId="1744382982" sldId="271"/>
        </pc:sldMkLst>
        <pc:spChg chg="del">
          <ac:chgData name="Babass ." userId="8f25de169f411b2a" providerId="LiveId" clId="{B659EE43-D87B-4C8C-A75D-7FA1327499FC}" dt="2025-11-26T14:38:23.194" v="8274" actId="478"/>
          <ac:spMkLst>
            <pc:docMk/>
            <pc:sldMk cId="1744382982" sldId="271"/>
            <ac:spMk id="4" creationId="{4E11C327-41F4-4CE5-8ECA-F684C0E5DA22}"/>
          </ac:spMkLst>
        </pc:spChg>
        <pc:spChg chg="mod">
          <ac:chgData name="Babass ." userId="8f25de169f411b2a" providerId="LiveId" clId="{B659EE43-D87B-4C8C-A75D-7FA1327499FC}" dt="2025-11-26T14:38:29.676" v="8281" actId="20577"/>
          <ac:spMkLst>
            <pc:docMk/>
            <pc:sldMk cId="1744382982" sldId="271"/>
            <ac:spMk id="9" creationId="{E8B6A742-6499-495D-9647-24C0CA46EB98}"/>
          </ac:spMkLst>
        </pc:spChg>
        <pc:picChg chg="del">
          <ac:chgData name="Babass ." userId="8f25de169f411b2a" providerId="LiveId" clId="{B659EE43-D87B-4C8C-A75D-7FA1327499FC}" dt="2025-11-26T14:38:19.962" v="8273" actId="478"/>
          <ac:picMkLst>
            <pc:docMk/>
            <pc:sldMk cId="1744382982" sldId="271"/>
            <ac:picMk id="11266" creationId="{978AB451-63D4-4E7E-B376-E5C1594C31DE}"/>
          </ac:picMkLst>
        </pc:picChg>
      </pc:sldChg>
      <pc:sldChg chg="addSp delSp modSp add mod">
        <pc:chgData name="Babass ." userId="8f25de169f411b2a" providerId="LiveId" clId="{B659EE43-D87B-4C8C-A75D-7FA1327499FC}" dt="2025-11-28T15:04:15.261" v="10027" actId="20577"/>
        <pc:sldMkLst>
          <pc:docMk/>
          <pc:sldMk cId="1580812185" sldId="272"/>
        </pc:sldMkLst>
        <pc:spChg chg="mod">
          <ac:chgData name="Babass ." userId="8f25de169f411b2a" providerId="LiveId" clId="{B659EE43-D87B-4C8C-A75D-7FA1327499FC}" dt="2025-11-26T15:32:23.666" v="8792" actId="20577"/>
          <ac:spMkLst>
            <pc:docMk/>
            <pc:sldMk cId="1580812185" sldId="272"/>
            <ac:spMk id="8" creationId="{A406A472-8B12-4359-9B00-23B824B0B4F9}"/>
          </ac:spMkLst>
        </pc:spChg>
        <pc:spChg chg="mod">
          <ac:chgData name="Babass ." userId="8f25de169f411b2a" providerId="LiveId" clId="{B659EE43-D87B-4C8C-A75D-7FA1327499FC}" dt="2025-11-28T15:04:15.261" v="10027" actId="20577"/>
          <ac:spMkLst>
            <pc:docMk/>
            <pc:sldMk cId="1580812185" sldId="272"/>
            <ac:spMk id="9" creationId="{E8B6A742-6499-495D-9647-24C0CA46EB98}"/>
          </ac:spMkLst>
        </pc:spChg>
        <pc:graphicFrameChg chg="del modGraphic">
          <ac:chgData name="Babass ." userId="8f25de169f411b2a" providerId="LiveId" clId="{B659EE43-D87B-4C8C-A75D-7FA1327499FC}" dt="2025-11-26T15:32:29.896" v="8794" actId="478"/>
          <ac:graphicFrameMkLst>
            <pc:docMk/>
            <pc:sldMk cId="1580812185" sldId="272"/>
            <ac:graphicFrameMk id="3" creationId="{F3902524-E288-4BC0-9E23-88C52936910F}"/>
          </ac:graphicFrameMkLst>
        </pc:graphicFrameChg>
        <pc:picChg chg="add mod">
          <ac:chgData name="Babass ." userId="8f25de169f411b2a" providerId="LiveId" clId="{B659EE43-D87B-4C8C-A75D-7FA1327499FC}" dt="2025-11-28T14:58:56.081" v="9599" actId="1076"/>
          <ac:picMkLst>
            <pc:docMk/>
            <pc:sldMk cId="1580812185" sldId="272"/>
            <ac:picMk id="3074" creationId="{0A40219D-5278-424B-8A17-99CCA519F99C}"/>
          </ac:picMkLst>
        </pc:picChg>
        <pc:picChg chg="del">
          <ac:chgData name="Babass ." userId="8f25de169f411b2a" providerId="LiveId" clId="{B659EE43-D87B-4C8C-A75D-7FA1327499FC}" dt="2025-11-26T15:32:30.735" v="8795" actId="478"/>
          <ac:picMkLst>
            <pc:docMk/>
            <pc:sldMk cId="1580812185" sldId="272"/>
            <ac:picMk id="5122" creationId="{52E3DC5E-E54D-45F4-B633-8E928BCF29EB}"/>
          </ac:picMkLst>
        </pc:picChg>
        <pc:picChg chg="del">
          <ac:chgData name="Babass ." userId="8f25de169f411b2a" providerId="LiveId" clId="{B659EE43-D87B-4C8C-A75D-7FA1327499FC}" dt="2025-11-26T15:32:31.525" v="8796" actId="478"/>
          <ac:picMkLst>
            <pc:docMk/>
            <pc:sldMk cId="1580812185" sldId="272"/>
            <ac:picMk id="5124" creationId="{7411D6CF-D6AB-4DA4-9E33-D642E4A708D0}"/>
          </ac:picMkLst>
        </pc:picChg>
        <pc:picChg chg="add del mod">
          <ac:chgData name="Babass ." userId="8f25de169f411b2a" providerId="LiveId" clId="{B659EE43-D87B-4C8C-A75D-7FA1327499FC}" dt="2025-11-28T14:58:45.006" v="9594" actId="478"/>
          <ac:picMkLst>
            <pc:docMk/>
            <pc:sldMk cId="1580812185" sldId="272"/>
            <ac:picMk id="13314" creationId="{F0138CA3-F139-412C-95D1-1ED817A655A3}"/>
          </ac:picMkLst>
        </pc:picChg>
      </pc:sldChg>
      <pc:sldChg chg="modSp add mod">
        <pc:chgData name="Babass ." userId="8f25de169f411b2a" providerId="LiveId" clId="{B659EE43-D87B-4C8C-A75D-7FA1327499FC}" dt="2025-11-26T15:43:01.755" v="9232" actId="20577"/>
        <pc:sldMkLst>
          <pc:docMk/>
          <pc:sldMk cId="3265097678" sldId="273"/>
        </pc:sldMkLst>
        <pc:spChg chg="mod">
          <ac:chgData name="Babass ." userId="8f25de169f411b2a" providerId="LiveId" clId="{B659EE43-D87B-4C8C-A75D-7FA1327499FC}" dt="2025-11-26T15:43:01.755" v="9232" actId="20577"/>
          <ac:spMkLst>
            <pc:docMk/>
            <pc:sldMk cId="3265097678" sldId="273"/>
            <ac:spMk id="4" creationId="{C62B35F8-ECD4-4211-99A2-5A9D002E0E87}"/>
          </ac:spMkLst>
        </pc:spChg>
      </pc:sldChg>
      <pc:sldChg chg="delSp modSp add mod">
        <pc:chgData name="Babass ." userId="8f25de169f411b2a" providerId="LiveId" clId="{B659EE43-D87B-4C8C-A75D-7FA1327499FC}" dt="2025-11-28T15:22:14.212" v="10674" actId="20577"/>
        <pc:sldMkLst>
          <pc:docMk/>
          <pc:sldMk cId="3460773759" sldId="274"/>
        </pc:sldMkLst>
        <pc:spChg chg="del">
          <ac:chgData name="Babass ." userId="8f25de169f411b2a" providerId="LiveId" clId="{B659EE43-D87B-4C8C-A75D-7FA1327499FC}" dt="2025-11-27T10:28:19.870" v="9336" actId="478"/>
          <ac:spMkLst>
            <pc:docMk/>
            <pc:sldMk cId="3460773759" sldId="274"/>
            <ac:spMk id="4" creationId="{4E11C327-41F4-4CE5-8ECA-F684C0E5DA22}"/>
          </ac:spMkLst>
        </pc:spChg>
        <pc:spChg chg="mod">
          <ac:chgData name="Babass ." userId="8f25de169f411b2a" providerId="LiveId" clId="{B659EE43-D87B-4C8C-A75D-7FA1327499FC}" dt="2025-11-27T10:28:16.015" v="9334" actId="20577"/>
          <ac:spMkLst>
            <pc:docMk/>
            <pc:sldMk cId="3460773759" sldId="274"/>
            <ac:spMk id="8" creationId="{A406A472-8B12-4359-9B00-23B824B0B4F9}"/>
          </ac:spMkLst>
        </pc:spChg>
        <pc:spChg chg="mod">
          <ac:chgData name="Babass ." userId="8f25de169f411b2a" providerId="LiveId" clId="{B659EE43-D87B-4C8C-A75D-7FA1327499FC}" dt="2025-11-28T15:22:14.212" v="10674" actId="20577"/>
          <ac:spMkLst>
            <pc:docMk/>
            <pc:sldMk cId="3460773759" sldId="274"/>
            <ac:spMk id="9" creationId="{E8B6A742-6499-495D-9647-24C0CA46EB98}"/>
          </ac:spMkLst>
        </pc:spChg>
        <pc:picChg chg="del">
          <ac:chgData name="Babass ." userId="8f25de169f411b2a" providerId="LiveId" clId="{B659EE43-D87B-4C8C-A75D-7FA1327499FC}" dt="2025-11-27T10:28:18.006" v="9335" actId="478"/>
          <ac:picMkLst>
            <pc:docMk/>
            <pc:sldMk cId="3460773759" sldId="274"/>
            <ac:picMk id="11266" creationId="{978AB451-63D4-4E7E-B376-E5C1594C31D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44586E-79BF-482B-A73A-1E02B5ED0C29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4330D-08E3-4375-9DBF-863E8F639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4331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Noël</a:t>
            </a:r>
            <a:r>
              <a:rPr lang="fr-FR" dirty="0"/>
              <a:t> est un moment clé : les livres sont des cadeaux populaires, notamment les beaux livres, BD, romans et essais.</a:t>
            </a:r>
          </a:p>
          <a:p>
            <a:r>
              <a:rPr lang="fr-FR" b="1" dirty="0"/>
              <a:t>Sorties stratégiques</a:t>
            </a:r>
            <a:r>
              <a:rPr lang="fr-FR" dirty="0"/>
              <a:t> : les éditeurs publient leurs titres phares à l’approche des fêtes, boostant les ventes.</a:t>
            </a:r>
          </a:p>
          <a:p>
            <a:r>
              <a:rPr lang="fr-FR" b="1" dirty="0"/>
              <a:t>Promotions et vitrines</a:t>
            </a:r>
            <a:r>
              <a:rPr lang="fr-FR" dirty="0"/>
              <a:t> : les librairies mettent en avant des sélections spéciales, ce qui stimule l’achat impulsif.</a:t>
            </a:r>
          </a:p>
          <a:p>
            <a:endParaRPr lang="fr-FR" dirty="0"/>
          </a:p>
          <a:p>
            <a:r>
              <a:rPr lang="fr-FR" b="1" dirty="0"/>
              <a:t>Résolutions de début d’année</a:t>
            </a:r>
            <a:r>
              <a:rPr lang="fr-FR" dirty="0"/>
              <a:t> : beaucoup de lecteurs se tournent vers des livres de développement personnel, bien-être, organisation ou apprentissage (langues, finances, etc.).</a:t>
            </a:r>
          </a:p>
          <a:p>
            <a:r>
              <a:rPr lang="fr-FR" b="1" dirty="0"/>
              <a:t>Rentrée littéraire d’hiver</a:t>
            </a:r>
            <a:r>
              <a:rPr lang="fr-FR" dirty="0"/>
              <a:t> : en janvier, de nombreux romans sont publiés, notamment ceux en lice pour les prix littéraires du printemps.</a:t>
            </a:r>
          </a:p>
          <a:p>
            <a:r>
              <a:rPr lang="fr-FR" b="1" dirty="0"/>
              <a:t>Temps calme et cocooning</a:t>
            </a:r>
            <a:r>
              <a:rPr lang="fr-FR" dirty="0"/>
              <a:t> : après les fêtes, les gens passent plus de temps chez eux, ce qui favorise la lecture.</a:t>
            </a:r>
          </a:p>
          <a:p>
            <a:r>
              <a:rPr lang="fr-FR" b="1" dirty="0"/>
              <a:t>Soldes d’hiver</a:t>
            </a:r>
            <a:r>
              <a:rPr lang="fr-FR" dirty="0"/>
              <a:t> : certaines enseignes proposent des remises sur les livres, notamment les invendus ou les éditions spéciales.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330D-08E3-4375-9DBF-863E8F639A3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629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📚 Comportement des lecteurs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Après plusieurs mois de restrictions, les gens ont </a:t>
            </a:r>
            <a:r>
              <a:rPr lang="fr-FR" b="1" dirty="0"/>
              <a:t>retrouvé du temps et de l’envie de lire</a:t>
            </a:r>
            <a:r>
              <a:rPr lang="fr-FR" dirty="0"/>
              <a:t>, notamment en vacances.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livres ont été perçus comme une </a:t>
            </a:r>
            <a:r>
              <a:rPr lang="fr-FR" b="1" dirty="0"/>
              <a:t>activité refuge</a:t>
            </a:r>
            <a:r>
              <a:rPr lang="fr-FR" dirty="0"/>
              <a:t>, à la fois culturelle et apaisante.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librairies ont bénéficié d’un </a:t>
            </a:r>
            <a:r>
              <a:rPr lang="fr-FR" b="1" dirty="0"/>
              <a:t>effet de rattrapage</a:t>
            </a:r>
            <a:r>
              <a:rPr lang="fr-FR" dirty="0"/>
              <a:t>, avec des achats différés et une fréquentation accrue.</a:t>
            </a:r>
          </a:p>
          <a:p>
            <a:r>
              <a:rPr lang="fr-FR" b="1" dirty="0"/>
              <a:t>🛍️ Dynamique du marché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éditeurs ont adapté leur calendrier, avec des </a:t>
            </a:r>
            <a:r>
              <a:rPr lang="fr-FR" b="1" dirty="0"/>
              <a:t>sorties estivales plus nombreuses</a:t>
            </a:r>
            <a:r>
              <a:rPr lang="fr-F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ventes en ligne ont continué à progresser, même après la réouverture des magasins physiques.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330D-08E3-4375-9DBF-863E8F639A3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087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330D-08E3-4375-9DBF-863E8F639A3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5809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sz="1200" b="1" i="0" dirty="0">
                <a:effectLst/>
                <a:latin typeface="Calibri" panose="020F0502020204030204" pitchFamily="34" charset="0"/>
              </a:rPr>
              <a:t>Statistique du Chi² (χ² = 158.25)</a:t>
            </a:r>
            <a:endParaRPr lang="fr-FR" sz="1200" b="0" i="0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1200" b="0" i="0" dirty="0">
                <a:effectLst/>
                <a:latin typeface="Calibri" panose="020F0502020204030204" pitchFamily="34" charset="0"/>
              </a:rPr>
              <a:t>C’est la mesure de l’écart entre les effectifs observés et ceux qu’on attendrait si les deux variables (genre et catégorie) étaient indépendantes.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1200" b="0" i="0" dirty="0">
                <a:effectLst/>
                <a:latin typeface="Calibri" panose="020F0502020204030204" pitchFamily="34" charset="0"/>
              </a:rPr>
              <a:t>Plus cette valeur est élevée, plus l’écart est grand → donc plus il est probable qu’il existe une dépendance réelle.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sz="1200" b="1" i="0" dirty="0">
                <a:effectLst/>
                <a:latin typeface="Calibri" panose="020F0502020204030204" pitchFamily="34" charset="0"/>
              </a:rPr>
              <a:t>p-value (≈ 0.0000)</a:t>
            </a:r>
            <a:endParaRPr lang="fr-FR" sz="1200" b="0" i="0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1200" b="0" i="0" dirty="0">
                <a:effectLst/>
                <a:latin typeface="Calibri" panose="020F0502020204030204" pitchFamily="34" charset="0"/>
              </a:rPr>
              <a:t>La p-value représente la probabilité d’obtenir un tel écart (ou plus extrême) si l’hypothèse d’indépendance (H0) était vraie.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1200" b="0" i="0" dirty="0">
                <a:effectLst/>
                <a:latin typeface="Calibri" panose="020F0502020204030204" pitchFamily="34" charset="0"/>
              </a:rPr>
              <a:t>Ici, elle est quasiment nulle → cela signifie que ce résultat ne peut pas être dû au hasard.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1200" b="0" i="0" dirty="0">
                <a:effectLst/>
                <a:latin typeface="Calibri" panose="020F0502020204030204" pitchFamily="34" charset="0"/>
              </a:rPr>
              <a:t>En pratique, on compare à un seuil (α = 0.05). Comme 0.0000 &lt; 0.05, on rejette H0.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sz="1200" b="1" i="0" dirty="0">
                <a:effectLst/>
                <a:latin typeface="Calibri" panose="020F0502020204030204" pitchFamily="34" charset="0"/>
              </a:rPr>
              <a:t>Degrés de liberté (ddl = 2)</a:t>
            </a:r>
            <a:endParaRPr lang="fr-FR" sz="1200" b="0" i="0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1200" b="0" i="0" dirty="0">
                <a:effectLst/>
                <a:latin typeface="Calibri" panose="020F0502020204030204" pitchFamily="34" charset="0"/>
              </a:rPr>
              <a:t>Calculés comme (nlignes−1)×(ncolonnes−1)(n_{\</a:t>
            </a:r>
            <a:r>
              <a:rPr lang="fr-FR" sz="1200" b="0" i="0" dirty="0" err="1">
                <a:effectLst/>
                <a:latin typeface="Calibri" panose="020F0502020204030204" pitchFamily="34" charset="0"/>
              </a:rPr>
              <a:t>text</a:t>
            </a:r>
            <a:r>
              <a:rPr lang="fr-FR" sz="1200" b="0" i="0" dirty="0">
                <a:effectLst/>
                <a:latin typeface="Calibri" panose="020F0502020204030204" pitchFamily="34" charset="0"/>
              </a:rPr>
              <a:t>{lignes}} - 1) \times (n_{\</a:t>
            </a:r>
            <a:r>
              <a:rPr lang="fr-FR" sz="1200" b="0" i="0" dirty="0" err="1">
                <a:effectLst/>
                <a:latin typeface="Calibri" panose="020F0502020204030204" pitchFamily="34" charset="0"/>
              </a:rPr>
              <a:t>text</a:t>
            </a:r>
            <a:r>
              <a:rPr lang="fr-FR" sz="1200" b="0" i="0" dirty="0">
                <a:effectLst/>
                <a:latin typeface="Calibri" panose="020F0502020204030204" pitchFamily="34" charset="0"/>
              </a:rPr>
              <a:t>{colonnes}} - 1).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1200" b="0" i="0" dirty="0">
                <a:effectLst/>
                <a:latin typeface="Calibri" panose="020F0502020204030204" pitchFamily="34" charset="0"/>
              </a:rPr>
              <a:t>Ici : (2 genres – 1) × (3 catégories – 1) = 2.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1200" b="0" i="0" dirty="0">
                <a:effectLst/>
                <a:latin typeface="Calibri" panose="020F0502020204030204" pitchFamily="34" charset="0"/>
              </a:rPr>
              <a:t>Les ddl déterminent la forme de la loi du Chi² utilisée pour calculer la p-value.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fr-FR" sz="1200" b="1" i="0" dirty="0">
                <a:effectLst/>
                <a:latin typeface="Calibri" panose="020F0502020204030204" pitchFamily="34" charset="0"/>
              </a:rPr>
              <a:t>Pourquoi on rejette H0</a:t>
            </a:r>
            <a:endParaRPr lang="fr-FR" sz="1200" b="0" i="0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1200" b="0" i="0" dirty="0">
                <a:effectLst/>
                <a:latin typeface="Calibri" panose="020F0502020204030204" pitchFamily="34" charset="0"/>
              </a:rPr>
              <a:t>H0 = “le genre et la catégorie sont indépendants”.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1200" b="0" i="0" dirty="0">
                <a:effectLst/>
                <a:latin typeface="Calibri" panose="020F0502020204030204" pitchFamily="34" charset="0"/>
              </a:rPr>
              <a:t>Ton test montre un écart énorme entre observé et attendu, avec une probabilité quasi nulle que ce soit dû au hasard.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1200" b="0" i="0" dirty="0">
                <a:effectLst/>
                <a:latin typeface="Calibri" panose="020F0502020204030204" pitchFamily="34" charset="0"/>
              </a:rPr>
              <a:t>Donc on conclut : </a:t>
            </a:r>
            <a:r>
              <a:rPr lang="fr-FR" sz="1200" b="1" i="0" dirty="0">
                <a:effectLst/>
                <a:latin typeface="Calibri" panose="020F0502020204030204" pitchFamily="34" charset="0"/>
              </a:rPr>
              <a:t>il existe une association significative entre le genre et les catégories de livres achetées.</a:t>
            </a:r>
            <a:endParaRPr lang="fr-FR" sz="1200" b="0" i="0" dirty="0">
              <a:effectLst/>
              <a:latin typeface="Calibri" panose="020F050202020403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330D-08E3-4375-9DBF-863E8F639A3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2875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Hypothèse nulle (H₀)</a:t>
            </a:r>
            <a:r>
              <a:rPr lang="fr-FR" dirty="0"/>
              <a:t> : il n’y a pas de corrélation linéaire entre l’âge et le montant total des achats.</a:t>
            </a:r>
          </a:p>
          <a:p>
            <a:r>
              <a:rPr lang="fr-FR" b="1" dirty="0"/>
              <a:t>Hypothèse alternative (H₁)</a:t>
            </a:r>
            <a:r>
              <a:rPr lang="fr-FR" dirty="0"/>
              <a:t> : il existe une corrélation linéaire (positive ou négative).</a:t>
            </a:r>
          </a:p>
          <a:p>
            <a:r>
              <a:rPr lang="fr-FR" b="1" dirty="0"/>
              <a:t>Coefficient r de Pearson</a:t>
            </a:r>
            <a:r>
              <a:rPr lang="fr-FR" dirty="0"/>
              <a:t> : varie entre -1 et +1.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 ≈ +1 → forte corrélation positive (plus l’âge augmente, plus le montant augmente).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 ≈ -1 → forte corrélation négative (plus l’âge augmente, moins le montant augmente).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 ≈ 0 → pas de corrélation linéaire.</a:t>
            </a:r>
          </a:p>
          <a:p>
            <a:r>
              <a:rPr lang="fr-FR" b="1" dirty="0"/>
              <a:t>p-value</a:t>
            </a:r>
            <a:r>
              <a:rPr lang="fr-FR" dirty="0"/>
              <a:t> : indique si la corrélation est statistiquement significative.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330D-08E3-4375-9DBF-863E8F639A3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3569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330D-08E3-4375-9DBF-863E8F639A3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2088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330D-08E3-4375-9DBF-863E8F639A3A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9119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330D-08E3-4375-9DBF-863E8F639A3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8290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E4330D-08E3-4375-9DBF-863E8F639A3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407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9F6292-4087-4E5A-B2CD-7013D2C33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A3D1D37-D452-4DD4-B0F2-0F0EDF4DF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8C6624-786E-4233-954D-868BEC00B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3966-2FA3-4EA6-B781-1D74D8F90420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98C66B-F590-459C-ACA0-3FAC2FA6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92D406-E742-49EC-A8D5-B7419FAB4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21F7-E695-45BB-965F-018C01BA3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12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D440AA-12B1-4B2C-A566-52029089E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900998-87DC-4919-9FF5-0C1700FEF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A3D821-555A-4934-BF48-539E5AEC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3966-2FA3-4EA6-B781-1D74D8F90420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D25633-1A7F-477B-A586-0501AA5F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BCE633-253E-435B-90D5-C2A938F03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21F7-E695-45BB-965F-018C01BA3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596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C958E3-D941-4429-A2A5-CA472E7FD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1A7CE9-DDC3-4E2B-924A-A7FD0476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A749C4-D483-4C9F-94A3-FF17743F9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3966-2FA3-4EA6-B781-1D74D8F90420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F68308-9DF0-4FED-9A26-5B577BF0C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9C55CA-8B5F-4B09-98D1-F7F64614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21F7-E695-45BB-965F-018C01BA3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8255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A26917-9044-4CCA-985A-48D61DD8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118537-68D1-473A-B87C-CEF435AFE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E8A4B17-4384-4614-869C-C7B0FB6A7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215921-2C1F-4368-AA93-23D3610AD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3966-2FA3-4EA6-B781-1D74D8F90420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4CDA28-D673-47A7-B53D-4A6EDBFE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408A99-9C11-49CF-B195-DF1C2C98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21F7-E695-45BB-965F-018C01BA3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295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419E3-6B1C-4BEF-8DEB-65AA050A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221951-C70A-4BB3-9E58-D0FAE580E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FDE886C-4278-4D84-B0C9-B090CC1F2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A7A2471-6F31-4DCA-B7FD-BA61E5E5A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6040724-1DDC-4687-AC5F-E9D2D5B21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5A2357C-4101-49F2-BE00-1946606A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3966-2FA3-4EA6-B781-1D74D8F90420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A8399E3-AD22-46F4-9E25-DE336471A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11491B2-405E-4330-A749-CF94CE91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21F7-E695-45BB-965F-018C01BA3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528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B88B8C-D522-4958-9251-9EB12AA7B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5636E7A-F959-4424-AA5A-2E8656D3F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3966-2FA3-4EA6-B781-1D74D8F90420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2DD580-A45C-423D-B680-3B883E817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AEF6247-A6CE-4454-9662-71A867D3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21F7-E695-45BB-965F-018C01BA3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8961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BFB19D2-D07B-455B-9D1E-10A20DDD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3966-2FA3-4EA6-B781-1D74D8F90420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178B901-FFC8-4C4D-89BB-AB24C568B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82B881-7408-456E-9357-069C30B0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21F7-E695-45BB-965F-018C01BA3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4335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1371C0-C202-4BD4-BEF4-596072125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845C5C-7473-44DF-8D82-D6AE1CEA5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0641254-8374-4CE1-93FD-1816FB7B7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9CCA25-EF63-4677-AD71-9E9987F96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3966-2FA3-4EA6-B781-1D74D8F90420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1E6523-6832-4DC1-932E-536841A20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437263-59B1-4042-A262-7A226F7C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21F7-E695-45BB-965F-018C01BA3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8637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C2E175-C10E-476D-9874-81977372F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E45B41F-D2FF-4D1F-BE91-4EEE1FC010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467F07-4A46-4581-AB14-42D8125F1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30A8515-DFBB-463D-B11A-E948B3B82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3966-2FA3-4EA6-B781-1D74D8F90420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37FD3E-FFEC-44E8-8BB3-705E3B1F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27795F-525A-4010-9B96-991C6692D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21F7-E695-45BB-965F-018C01BA3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283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1A409D-2AAC-4506-A1AC-0B9B4F2C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A800B1-9728-4B81-87D7-C162DE4BF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679585-DDA4-4B1B-BDB9-DCD4B7B87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3966-2FA3-4EA6-B781-1D74D8F90420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1F92E1-1FA6-4E89-93B6-AAE6B086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CF329E-8C1E-4A76-83D6-EE6BB691E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21F7-E695-45BB-965F-018C01BA3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8871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3B3946D-A0A7-4314-9C63-5F7F6683B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2AECE0C-9E93-4643-A74D-560083FBC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A95B84-FBC0-4D21-BA8D-E04C51EBB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3966-2FA3-4EA6-B781-1D74D8F90420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BAADD6-3867-4D76-97B8-30F3B8A5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1D0DBB-B57C-4901-A529-E10CFAD3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21F7-E695-45BB-965F-018C01BA3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603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BD6B14B-77E9-48AE-BC75-382E081C7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701738-F39D-469D-9E04-5C712CEA7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3D9FC1-A824-4756-ADF7-746457628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43966-2FA3-4EA6-B781-1D74D8F90420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B476DF-19C5-4CF1-9262-597518EEE1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1EB863-6322-40DF-9851-1DC0CA1A9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521F7-E695-45BB-965F-018C01BA3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724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3FA45C-424B-447C-BD7A-781F3FEA8AE4}"/>
              </a:ext>
            </a:extLst>
          </p:cNvPr>
          <p:cNvSpPr/>
          <p:nvPr/>
        </p:nvSpPr>
        <p:spPr>
          <a:xfrm>
            <a:off x="7296150" y="0"/>
            <a:ext cx="4895850" cy="6858000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5B002FA5-9E3D-4BEA-B4E2-80AB50BA5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1" y="981075"/>
            <a:ext cx="4895849" cy="4895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62B35F8-ECD4-4211-99A2-5A9D002E0E87}"/>
              </a:ext>
            </a:extLst>
          </p:cNvPr>
          <p:cNvSpPr txBox="1"/>
          <p:nvPr/>
        </p:nvSpPr>
        <p:spPr>
          <a:xfrm>
            <a:off x="7567612" y="2890391"/>
            <a:ext cx="43910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" pitchFamily="2" charset="0"/>
              </a:rPr>
              <a:t>Comité de Direction</a:t>
            </a:r>
          </a:p>
          <a:p>
            <a:r>
              <a:rPr lang="fr-FR" sz="3200" dirty="0">
                <a:solidFill>
                  <a:schemeClr val="bg1"/>
                </a:solidFill>
                <a:latin typeface="Montserrat" pitchFamily="2" charset="0"/>
              </a:rPr>
              <a:t>Analyses des ventes</a:t>
            </a:r>
          </a:p>
        </p:txBody>
      </p:sp>
    </p:spTree>
    <p:extLst>
      <p:ext uri="{BB962C8B-B14F-4D97-AF65-F5344CB8AC3E}">
        <p14:creationId xmlns:p14="http://schemas.microsoft.com/office/powerpoint/2010/main" val="88647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Introduction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434C1A6-AE41-43C7-9D98-C41285E0D42C}"/>
              </a:ext>
            </a:extLst>
          </p:cNvPr>
          <p:cNvSpPr txBox="1"/>
          <p:nvPr/>
        </p:nvSpPr>
        <p:spPr>
          <a:xfrm>
            <a:off x="514350" y="1543050"/>
            <a:ext cx="87534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itchFamily="2" charset="0"/>
              </a:rPr>
              <a:t>Contexte</a:t>
            </a:r>
          </a:p>
          <a:p>
            <a:endParaRPr lang="fr-FR" b="1" dirty="0">
              <a:latin typeface="Montserrat" pitchFamily="2" charset="0"/>
            </a:endParaRPr>
          </a:p>
          <a:p>
            <a:r>
              <a:rPr lang="fr-FR" dirty="0">
                <a:latin typeface="Montserrat" pitchFamily="2" charset="0"/>
              </a:rPr>
              <a:t>Il y a 2 ans, nous avons ouvert notre librairie en ligne. Aujourd’hui, nous souhaitons faire le point sur les indicateurs clés de l’entreprise</a:t>
            </a:r>
          </a:p>
          <a:p>
            <a:endParaRPr lang="fr-FR" dirty="0">
              <a:latin typeface="Montserrat" pitchFamily="2" charset="0"/>
            </a:endParaRPr>
          </a:p>
          <a:p>
            <a:r>
              <a:rPr lang="fr-FR" b="1" dirty="0">
                <a:latin typeface="Montserrat" pitchFamily="2" charset="0"/>
              </a:rPr>
              <a:t>Objectif</a:t>
            </a:r>
          </a:p>
          <a:p>
            <a:endParaRPr lang="fr-FR" b="1" dirty="0">
              <a:latin typeface="Montserrat" pitchFamily="2" charset="0"/>
            </a:endParaRPr>
          </a:p>
          <a:p>
            <a:r>
              <a:rPr lang="fr-FR" u="sng" dirty="0">
                <a:latin typeface="Montserrat" pitchFamily="2" charset="0"/>
              </a:rPr>
              <a:t>Identifier les leviers d’action 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dirty="0">
                <a:latin typeface="Montserrat" pitchFamily="2" charset="0"/>
              </a:rPr>
              <a:t>Création d’offres ciblées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dirty="0">
                <a:latin typeface="Montserrat" pitchFamily="2" charset="0"/>
              </a:rPr>
              <a:t>Ajustement des prix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dirty="0">
                <a:latin typeface="Montserrat" pitchFamily="2" charset="0"/>
              </a:rPr>
              <a:t>Segmentation de notre clientèle</a:t>
            </a:r>
          </a:p>
          <a:p>
            <a:endParaRPr lang="fr-FR" dirty="0">
              <a:latin typeface="Montserrat" pitchFamily="2" charset="0"/>
            </a:endParaRPr>
          </a:p>
          <a:p>
            <a:r>
              <a:rPr lang="fr-FR" b="1" dirty="0">
                <a:latin typeface="Montserrat" pitchFamily="2" charset="0"/>
              </a:rPr>
              <a:t>Plan analyse</a:t>
            </a:r>
          </a:p>
          <a:p>
            <a:endParaRPr lang="fr-FR" b="1" dirty="0">
              <a:latin typeface="Montserrat" pitchFamily="2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latin typeface="Montserrat" pitchFamily="2" charset="0"/>
              </a:rPr>
              <a:t>Indicateurs de vente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latin typeface="Montserrat" pitchFamily="2" charset="0"/>
              </a:rPr>
              <a:t>Comportement des clients</a:t>
            </a:r>
          </a:p>
        </p:txBody>
      </p:sp>
    </p:spTree>
    <p:extLst>
      <p:ext uri="{BB962C8B-B14F-4D97-AF65-F5344CB8AC3E}">
        <p14:creationId xmlns:p14="http://schemas.microsoft.com/office/powerpoint/2010/main" val="577666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Chiffre d’affaire &amp; moyenne mobile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F657E2-0EFD-45BD-8FEB-28196B5A3D86}"/>
              </a:ext>
            </a:extLst>
          </p:cNvPr>
          <p:cNvSpPr txBox="1"/>
          <p:nvPr/>
        </p:nvSpPr>
        <p:spPr>
          <a:xfrm>
            <a:off x="7620000" y="2479534"/>
            <a:ext cx="44291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itchFamily="2" charset="0"/>
              </a:rPr>
              <a:t>CA &gt; 450k€ </a:t>
            </a:r>
            <a:r>
              <a:rPr lang="fr-FR" dirty="0">
                <a:latin typeface="Montserrat" pitchFamily="2" charset="0"/>
              </a:rPr>
              <a:t>toute l’année</a:t>
            </a:r>
          </a:p>
          <a:p>
            <a:endParaRPr lang="fr-FR" dirty="0">
              <a:latin typeface="Montserrat" pitchFamily="2" charset="0"/>
            </a:endParaRPr>
          </a:p>
          <a:p>
            <a:r>
              <a:rPr lang="fr-FR" b="1" dirty="0">
                <a:latin typeface="Montserrat" pitchFamily="2" charset="0"/>
              </a:rPr>
              <a:t>Augmentation de la moyenne mobile de novembre à février 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latin typeface="Montserrat" pitchFamily="2" charset="0"/>
              </a:rPr>
              <a:t>Noël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latin typeface="Montserrat" pitchFamily="2" charset="0"/>
              </a:rPr>
              <a:t>Sorties stratégiques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latin typeface="Montserrat" pitchFamily="2" charset="0"/>
              </a:rPr>
              <a:t>Promotions de noël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latin typeface="Montserrat" pitchFamily="2" charset="0"/>
              </a:rPr>
              <a:t>Résolutions de début d’année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latin typeface="Montserrat" pitchFamily="2" charset="0"/>
              </a:rPr>
              <a:t>Soldes d’hiver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043E82-0455-4DDF-9AE6-C4A16C5FE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71" y="2088776"/>
            <a:ext cx="7297600" cy="3621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302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Chiffre d’affaire par catégories – Analyse mensuelle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455B51D-4C59-4CCD-9F08-5814FBA6B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307" y="3629875"/>
            <a:ext cx="7306291" cy="3103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D5F5802E-F833-4809-86E6-62FCAF40B67F}"/>
              </a:ext>
            </a:extLst>
          </p:cNvPr>
          <p:cNvSpPr txBox="1"/>
          <p:nvPr/>
        </p:nvSpPr>
        <p:spPr>
          <a:xfrm>
            <a:off x="252411" y="1323975"/>
            <a:ext cx="11787187" cy="289310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  <a:latin typeface="Montserrat" pitchFamily="2" charset="0"/>
              </a:rPr>
              <a:t>Catégorie 0 (Romans, littérature générale, BD)</a:t>
            </a:r>
          </a:p>
          <a:p>
            <a:endParaRPr lang="fr-FR" sz="1400" b="1" dirty="0">
              <a:solidFill>
                <a:schemeClr val="accent1"/>
              </a:solidFill>
              <a:latin typeface="Montserrat" pitchFamily="2" charset="0"/>
            </a:endParaRPr>
          </a:p>
          <a:p>
            <a:r>
              <a:rPr lang="fr-FR" sz="1400" b="1" dirty="0">
                <a:solidFill>
                  <a:srgbClr val="FF0000"/>
                </a:solidFill>
                <a:latin typeface="Montserrat" pitchFamily="2" charset="0"/>
              </a:rPr>
              <a:t>⬊  </a:t>
            </a:r>
            <a:r>
              <a:rPr lang="fr-FR" sz="1400" b="1" dirty="0">
                <a:latin typeface="Montserrat" pitchFamily="2" charset="0"/>
              </a:rPr>
              <a:t>Forte baisse des ventes en juillet 2021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400" dirty="0">
                <a:latin typeface="Montserrat" pitchFamily="2" charset="0"/>
              </a:rPr>
              <a:t>Assouplissement des mesures sanitaires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FR" sz="1400" dirty="0">
              <a:latin typeface="Montserrat" pitchFamily="2" charset="0"/>
            </a:endParaRPr>
          </a:p>
          <a:p>
            <a:r>
              <a:rPr lang="fr-FR" sz="1400" b="1" dirty="0">
                <a:solidFill>
                  <a:schemeClr val="accent6"/>
                </a:solidFill>
                <a:latin typeface="Montserrat" pitchFamily="2" charset="0"/>
              </a:rPr>
              <a:t>⬈  </a:t>
            </a:r>
            <a:r>
              <a:rPr lang="fr-FR" sz="1400" b="1" dirty="0">
                <a:latin typeface="Montserrat" pitchFamily="2" charset="0"/>
              </a:rPr>
              <a:t>Forte augmentation des ventes en septembre 2021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400" dirty="0">
                <a:latin typeface="Montserrat" pitchFamily="2" charset="0"/>
              </a:rPr>
              <a:t>rentrée littéraire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400" dirty="0">
                <a:latin typeface="Montserrat" pitchFamily="2" charset="0"/>
              </a:rPr>
              <a:t>Grands prix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400" dirty="0">
                <a:latin typeface="Montserrat" pitchFamily="2" charset="0"/>
              </a:rPr>
              <a:t>Effet saisonnier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FR" sz="1400" dirty="0">
              <a:latin typeface="Montserrat" pitchFamily="2" charset="0"/>
            </a:endParaRPr>
          </a:p>
          <a:p>
            <a:r>
              <a:rPr lang="fr-FR" sz="1400" b="1" dirty="0">
                <a:solidFill>
                  <a:schemeClr val="accent6"/>
                </a:solidFill>
                <a:latin typeface="Montserrat" pitchFamily="2" charset="0"/>
              </a:rPr>
              <a:t>⬈  </a:t>
            </a:r>
            <a:r>
              <a:rPr lang="fr-FR" sz="1400" b="1" dirty="0">
                <a:latin typeface="Montserrat" pitchFamily="2" charset="0"/>
              </a:rPr>
              <a:t>Pic des ventes modéré en décembre 2021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400" dirty="0">
                <a:latin typeface="Montserrat" pitchFamily="2" charset="0"/>
              </a:rPr>
              <a:t>Noël</a:t>
            </a:r>
          </a:p>
          <a:p>
            <a:endParaRPr lang="fr-FR" sz="1400" dirty="0">
              <a:latin typeface="Montserrat" pitchFamily="2" charset="0"/>
            </a:endParaRPr>
          </a:p>
          <a:p>
            <a:r>
              <a:rPr lang="fr-FR" sz="1400" b="1" dirty="0">
                <a:solidFill>
                  <a:srgbClr val="FFAA5E"/>
                </a:solidFill>
                <a:latin typeface="Montserrat" pitchFamily="2" charset="0"/>
              </a:rPr>
              <a:t>Catégorie 1 (pédagogique, pratique, Culture Générale)</a:t>
            </a:r>
          </a:p>
          <a:p>
            <a:endParaRPr lang="fr-FR" sz="1400" dirty="0">
              <a:latin typeface="Montserrat" pitchFamily="2" charset="0"/>
            </a:endParaRPr>
          </a:p>
          <a:p>
            <a:r>
              <a:rPr lang="fr-FR" sz="1400" b="1" dirty="0">
                <a:solidFill>
                  <a:srgbClr val="FF0000"/>
                </a:solidFill>
                <a:latin typeface="Montserrat" pitchFamily="2" charset="0"/>
              </a:rPr>
              <a:t>⬊  </a:t>
            </a:r>
            <a:r>
              <a:rPr lang="fr-FR" sz="1400" b="1" dirty="0">
                <a:latin typeface="Montserrat" pitchFamily="2" charset="0"/>
              </a:rPr>
              <a:t>Baisses des ventes modérée en avril et aout 2021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400" dirty="0">
                <a:latin typeface="Montserrat" pitchFamily="2" charset="0"/>
              </a:rPr>
              <a:t>Période creuses entres les sorties d’hiver et estivales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400" dirty="0">
                <a:latin typeface="Montserrat" pitchFamily="2" charset="0"/>
              </a:rPr>
              <a:t>Livres déjà achetés en juillet donc baisse en aout</a:t>
            </a:r>
          </a:p>
          <a:p>
            <a:endParaRPr lang="fr-FR" sz="1400" dirty="0">
              <a:latin typeface="Montserrat" pitchFamily="2" charset="0"/>
            </a:endParaRPr>
          </a:p>
          <a:p>
            <a:r>
              <a:rPr lang="fr-FR" sz="1400" b="1" dirty="0">
                <a:solidFill>
                  <a:schemeClr val="accent6"/>
                </a:solidFill>
                <a:latin typeface="Montserrat" pitchFamily="2" charset="0"/>
              </a:rPr>
              <a:t>⬈  </a:t>
            </a:r>
            <a:r>
              <a:rPr lang="fr-FR" sz="1400" b="1" dirty="0">
                <a:latin typeface="Montserrat" pitchFamily="2" charset="0"/>
              </a:rPr>
              <a:t>Forte augmentation des ventes en novembre, décembre, janvier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400" dirty="0">
                <a:latin typeface="Montserrat" pitchFamily="2" charset="0"/>
              </a:rPr>
              <a:t>Cadeaux de Noël, bonnes résolutions</a:t>
            </a:r>
          </a:p>
          <a:p>
            <a:endParaRPr lang="fr-FR" sz="1400" dirty="0">
              <a:latin typeface="Montserrat" pitchFamily="2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1C90E6C-112E-484C-827D-0DF07A100985}"/>
              </a:ext>
            </a:extLst>
          </p:cNvPr>
          <p:cNvSpPr txBox="1"/>
          <p:nvPr/>
        </p:nvSpPr>
        <p:spPr>
          <a:xfrm>
            <a:off x="252411" y="4055488"/>
            <a:ext cx="44291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5FB75F"/>
                </a:solidFill>
                <a:latin typeface="Montserrat" pitchFamily="2" charset="0"/>
              </a:rPr>
              <a:t>Catégorie 2 (Développement personnel prémium, scolaire)</a:t>
            </a:r>
          </a:p>
          <a:p>
            <a:endParaRPr lang="fr-FR" sz="1400" dirty="0">
              <a:latin typeface="Montserrat" pitchFamily="2" charset="0"/>
            </a:endParaRPr>
          </a:p>
          <a:p>
            <a:r>
              <a:rPr lang="fr-FR" sz="1400" b="1" dirty="0">
                <a:solidFill>
                  <a:schemeClr val="accent6"/>
                </a:solidFill>
                <a:latin typeface="Montserrat" pitchFamily="2" charset="0"/>
              </a:rPr>
              <a:t>⬈  </a:t>
            </a:r>
            <a:r>
              <a:rPr lang="fr-FR" sz="1400" b="1" dirty="0">
                <a:latin typeface="Montserrat" pitchFamily="2" charset="0"/>
              </a:rPr>
              <a:t>Légère augmentation des ventes en juillet et aout 2021</a:t>
            </a:r>
            <a:endParaRPr lang="fr-FR" sz="1400" dirty="0">
              <a:latin typeface="Montserrat" pitchFamily="2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400" dirty="0">
                <a:latin typeface="Montserrat" pitchFamily="2" charset="0"/>
              </a:rPr>
              <a:t>Préparation de la rentrée scolaire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FR" sz="1400" dirty="0">
              <a:latin typeface="Montserrat" pitchFamily="2" charset="0"/>
            </a:endParaRPr>
          </a:p>
          <a:p>
            <a:r>
              <a:rPr lang="fr-FR" sz="1400" b="1" dirty="0">
                <a:solidFill>
                  <a:srgbClr val="FF0000"/>
                </a:solidFill>
                <a:latin typeface="Montserrat" pitchFamily="2" charset="0"/>
              </a:rPr>
              <a:t>⬊  </a:t>
            </a:r>
            <a:r>
              <a:rPr lang="fr-FR" sz="1400" b="1" dirty="0">
                <a:latin typeface="Montserrat" pitchFamily="2" charset="0"/>
              </a:rPr>
              <a:t>Forte baisse des ventes de septembre à décembre 2021 puis rebond en février 2021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400" dirty="0">
                <a:latin typeface="Montserrat" pitchFamily="2" charset="0"/>
              </a:rPr>
              <a:t>Révision, soutien scolaire, nouveaux manuels</a:t>
            </a:r>
          </a:p>
          <a:p>
            <a:endParaRPr lang="fr-FR" sz="1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557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Chiffre d’affaire par catégories – Répartition globale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B6A742-6499-495D-9647-24C0CA46EB98}"/>
              </a:ext>
            </a:extLst>
          </p:cNvPr>
          <p:cNvSpPr txBox="1"/>
          <p:nvPr/>
        </p:nvSpPr>
        <p:spPr>
          <a:xfrm>
            <a:off x="1109662" y="2307013"/>
            <a:ext cx="507206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Montserrat" pitchFamily="2" charset="0"/>
              </a:rPr>
              <a:t>Le chiffre d’affaire par catégories est réparti comme suis : </a:t>
            </a:r>
          </a:p>
          <a:p>
            <a:endParaRPr lang="fr-FR" dirty="0">
              <a:latin typeface="Montserrat" pitchFamily="2" charset="0"/>
            </a:endParaRPr>
          </a:p>
          <a:p>
            <a:r>
              <a:rPr lang="fr-FR" b="1" dirty="0">
                <a:highlight>
                  <a:srgbClr val="FFAA5E"/>
                </a:highlight>
                <a:latin typeface="Montserrat" pitchFamily="2" charset="0"/>
              </a:rPr>
              <a:t>40,1% : Catégorie 1 </a:t>
            </a:r>
            <a:r>
              <a:rPr lang="fr-FR" sz="1400" b="1" dirty="0">
                <a:highlight>
                  <a:srgbClr val="FFAA5E"/>
                </a:highlight>
                <a:latin typeface="Montserrat" pitchFamily="2" charset="0"/>
              </a:rPr>
              <a:t>(pédagogique, pratique, Culture Générale)</a:t>
            </a:r>
            <a:endParaRPr lang="fr-FR" b="1" dirty="0">
              <a:highlight>
                <a:srgbClr val="FFAA5E"/>
              </a:highlight>
              <a:latin typeface="Montserrat" pitchFamily="2" charset="0"/>
            </a:endParaRPr>
          </a:p>
          <a:p>
            <a:r>
              <a:rPr lang="fr-FR" dirty="0">
                <a:latin typeface="Montserrat" pitchFamily="2" charset="0"/>
              </a:rPr>
              <a:t>Prix moyen de </a:t>
            </a:r>
            <a:r>
              <a:rPr lang="fr-FR" b="1" dirty="0">
                <a:latin typeface="Montserrat" pitchFamily="2" charset="0"/>
              </a:rPr>
              <a:t>20,5€</a:t>
            </a:r>
          </a:p>
          <a:p>
            <a:endParaRPr lang="fr-FR" dirty="0">
              <a:latin typeface="Montserrat" pitchFamily="2" charset="0"/>
            </a:endParaRPr>
          </a:p>
          <a:p>
            <a:r>
              <a:rPr lang="fr-FR" b="1" dirty="0">
                <a:highlight>
                  <a:srgbClr val="87CEEB"/>
                </a:highlight>
                <a:latin typeface="Montserrat" pitchFamily="2" charset="0"/>
              </a:rPr>
              <a:t>36,7% : Catégorie 0 </a:t>
            </a:r>
            <a:r>
              <a:rPr lang="fr-FR" sz="1400" b="1" dirty="0">
                <a:highlight>
                  <a:srgbClr val="87CEEB"/>
                </a:highlight>
                <a:latin typeface="Montserrat" pitchFamily="2" charset="0"/>
              </a:rPr>
              <a:t>(Romans, Littérature générale, BD)</a:t>
            </a:r>
            <a:endParaRPr lang="fr-FR" b="1" dirty="0">
              <a:highlight>
                <a:srgbClr val="87CEEB"/>
              </a:highlight>
              <a:latin typeface="Montserrat" pitchFamily="2" charset="0"/>
            </a:endParaRPr>
          </a:p>
          <a:p>
            <a:r>
              <a:rPr lang="fr-FR" dirty="0">
                <a:latin typeface="Montserrat" pitchFamily="2" charset="0"/>
              </a:rPr>
              <a:t>Prix moyen de </a:t>
            </a:r>
            <a:r>
              <a:rPr lang="fr-FR" b="1" dirty="0">
                <a:latin typeface="Montserrat" pitchFamily="2" charset="0"/>
              </a:rPr>
              <a:t>10,6€</a:t>
            </a:r>
          </a:p>
          <a:p>
            <a:endParaRPr lang="fr-FR" dirty="0">
              <a:latin typeface="Montserrat" pitchFamily="2" charset="0"/>
            </a:endParaRPr>
          </a:p>
          <a:p>
            <a:r>
              <a:rPr lang="fr-FR" b="1" dirty="0">
                <a:highlight>
                  <a:srgbClr val="90EE90"/>
                </a:highlight>
                <a:latin typeface="Montserrat" pitchFamily="2" charset="0"/>
              </a:rPr>
              <a:t>23,1%</a:t>
            </a:r>
            <a:r>
              <a:rPr lang="fr-FR" dirty="0">
                <a:highlight>
                  <a:srgbClr val="90EE90"/>
                </a:highlight>
                <a:latin typeface="Montserrat" pitchFamily="2" charset="0"/>
              </a:rPr>
              <a:t> </a:t>
            </a:r>
            <a:r>
              <a:rPr lang="fr-FR" b="1" dirty="0">
                <a:highlight>
                  <a:srgbClr val="90EE90"/>
                </a:highlight>
                <a:latin typeface="Montserrat" pitchFamily="2" charset="0"/>
              </a:rPr>
              <a:t>: Catégorie 2 </a:t>
            </a:r>
            <a:r>
              <a:rPr lang="fr-FR" sz="1400" b="1" dirty="0">
                <a:highlight>
                  <a:srgbClr val="90EE90"/>
                </a:highlight>
                <a:latin typeface="Montserrat" pitchFamily="2" charset="0"/>
              </a:rPr>
              <a:t>(Développement personnel prémium, scolaire)</a:t>
            </a:r>
          </a:p>
          <a:p>
            <a:r>
              <a:rPr lang="fr-FR" dirty="0">
                <a:latin typeface="Montserrat" pitchFamily="2" charset="0"/>
              </a:rPr>
              <a:t>Prix moyen de </a:t>
            </a:r>
            <a:r>
              <a:rPr lang="fr-FR" b="1" dirty="0">
                <a:latin typeface="Montserrat" pitchFamily="2" charset="0"/>
              </a:rPr>
              <a:t>72,2€</a:t>
            </a:r>
          </a:p>
          <a:p>
            <a:endParaRPr lang="fr-FR" dirty="0">
              <a:latin typeface="Montserrat" pitchFamily="2" charset="0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BBEF3ECE-4CE7-4A4A-862C-9F818ADBB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1" y="2076032"/>
            <a:ext cx="3705225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438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Nombre de clients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B6A742-6499-495D-9647-24C0CA46EB98}"/>
              </a:ext>
            </a:extLst>
          </p:cNvPr>
          <p:cNvSpPr txBox="1"/>
          <p:nvPr/>
        </p:nvSpPr>
        <p:spPr>
          <a:xfrm>
            <a:off x="7119937" y="2371624"/>
            <a:ext cx="50720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Montserrat" pitchFamily="2" charset="0"/>
              </a:rPr>
              <a:t>Le nombre de clients en moyenne par mois est de </a:t>
            </a:r>
            <a:r>
              <a:rPr lang="fr-FR" b="1" dirty="0">
                <a:latin typeface="Montserrat" pitchFamily="2" charset="0"/>
              </a:rPr>
              <a:t>5759</a:t>
            </a:r>
          </a:p>
          <a:p>
            <a:endParaRPr lang="fr-FR" b="1" dirty="0">
              <a:latin typeface="Montserrat" pitchFamily="2" charset="0"/>
            </a:endParaRPr>
          </a:p>
          <a:p>
            <a:r>
              <a:rPr lang="fr-FR" dirty="0">
                <a:latin typeface="Montserrat" pitchFamily="2" charset="0"/>
              </a:rPr>
              <a:t>La librairie compte </a:t>
            </a:r>
            <a:r>
              <a:rPr lang="fr-FR" b="1" dirty="0">
                <a:latin typeface="Montserrat" pitchFamily="2" charset="0"/>
              </a:rPr>
              <a:t>8600 clients unique</a:t>
            </a:r>
          </a:p>
          <a:p>
            <a:endParaRPr lang="fr-FR" b="1" dirty="0">
              <a:latin typeface="Montserrat" pitchFamily="2" charset="0"/>
            </a:endParaRPr>
          </a:p>
          <a:p>
            <a:r>
              <a:rPr lang="fr-FR" dirty="0">
                <a:latin typeface="Montserrat" pitchFamily="2" charset="0"/>
              </a:rPr>
              <a:t>Le pic de fréquentation en octobre 2021 pourrait être corrélé à ces évènements : </a:t>
            </a:r>
          </a:p>
          <a:p>
            <a:pPr marL="285750" indent="-285750">
              <a:buFontTx/>
              <a:buChar char="-"/>
            </a:pPr>
            <a:r>
              <a:rPr lang="fr-FR" b="1" dirty="0">
                <a:latin typeface="Montserrat" pitchFamily="2" charset="0"/>
              </a:rPr>
              <a:t>Rentrée littéraire</a:t>
            </a:r>
          </a:p>
          <a:p>
            <a:pPr marL="285750" indent="-285750">
              <a:buFontTx/>
              <a:buChar char="-"/>
            </a:pPr>
            <a:r>
              <a:rPr lang="fr-FR" b="1" dirty="0">
                <a:latin typeface="Montserrat" pitchFamily="2" charset="0"/>
              </a:rPr>
              <a:t>Festival « Ensemble en librairie »</a:t>
            </a:r>
          </a:p>
          <a:p>
            <a:pPr marL="285750" indent="-285750">
              <a:buFontTx/>
              <a:buChar char="-"/>
            </a:pPr>
            <a:r>
              <a:rPr lang="fr-FR" b="1" dirty="0">
                <a:latin typeface="Montserrat" pitchFamily="2" charset="0"/>
              </a:rPr>
              <a:t>Prix littéraires (Goncourt)</a:t>
            </a:r>
          </a:p>
          <a:p>
            <a:pPr marL="285750" indent="-285750">
              <a:buFontTx/>
              <a:buChar char="-"/>
            </a:pPr>
            <a:r>
              <a:rPr lang="fr-FR" b="1" dirty="0" err="1">
                <a:latin typeface="Montserrat" pitchFamily="2" charset="0"/>
              </a:rPr>
              <a:t>Post-pandémie</a:t>
            </a:r>
            <a:r>
              <a:rPr lang="fr-FR" b="1" dirty="0">
                <a:latin typeface="Montserrat" pitchFamily="2" charset="0"/>
              </a:rPr>
              <a:t> (Covid-19)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5C1A590-A732-4695-ADA5-72D45E627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39" y="2242228"/>
            <a:ext cx="6587296" cy="3268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509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Nombre de transactions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B6A742-6499-495D-9647-24C0CA46EB98}"/>
              </a:ext>
            </a:extLst>
          </p:cNvPr>
          <p:cNvSpPr txBox="1"/>
          <p:nvPr/>
        </p:nvSpPr>
        <p:spPr>
          <a:xfrm>
            <a:off x="219076" y="2486386"/>
            <a:ext cx="47204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itchFamily="2" charset="0"/>
              </a:rPr>
              <a:t>Le nombre de transaction est en baisse pendant la période juin, juillet, aout 2021</a:t>
            </a:r>
            <a:r>
              <a:rPr lang="fr-FR" dirty="0">
                <a:latin typeface="Montserrat" pitchFamily="2" charset="0"/>
              </a:rPr>
              <a:t>, marqué par un assouplissement des mesures sanitaire.</a:t>
            </a:r>
          </a:p>
          <a:p>
            <a:r>
              <a:rPr lang="fr-FR" dirty="0">
                <a:latin typeface="Montserrat" pitchFamily="2" charset="0"/>
              </a:rPr>
              <a:t>C’est le premier été relativement libre depuis la crise COVID, où la population peut profiter des activités en extérieur;</a:t>
            </a:r>
          </a:p>
          <a:p>
            <a:r>
              <a:rPr lang="fr-FR" b="1" dirty="0">
                <a:latin typeface="Montserrat" pitchFamily="2" charset="0"/>
              </a:rPr>
              <a:t>avant un rebond pour les fêtes de fin d’année.</a:t>
            </a:r>
          </a:p>
          <a:p>
            <a:endParaRPr lang="fr-FR" b="1" dirty="0">
              <a:latin typeface="Montserrat" pitchFamily="2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ADC092F-17B7-4192-9D9F-4B888FDCB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463" y="2362343"/>
            <a:ext cx="6885461" cy="341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2519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Top / Flop - Produits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B6A742-6499-495D-9647-24C0CA46EB98}"/>
              </a:ext>
            </a:extLst>
          </p:cNvPr>
          <p:cNvSpPr txBox="1"/>
          <p:nvPr/>
        </p:nvSpPr>
        <p:spPr>
          <a:xfrm>
            <a:off x="622488" y="1316983"/>
            <a:ext cx="256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Montserrat" pitchFamily="2" charset="0"/>
              </a:rPr>
              <a:t>TOP 20 PRODUITS :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0A7208B-7C68-4349-8336-A266020AEC3F}"/>
              </a:ext>
            </a:extLst>
          </p:cNvPr>
          <p:cNvSpPr txBox="1"/>
          <p:nvPr/>
        </p:nvSpPr>
        <p:spPr>
          <a:xfrm>
            <a:off x="6675550" y="1319194"/>
            <a:ext cx="411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Montserrat" pitchFamily="2" charset="0"/>
              </a:rPr>
              <a:t>FLOP PRODUITS (&lt;50 ventes) </a:t>
            </a: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244E3E18-0D72-4FEF-AB27-69A64190E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6612" y="4236884"/>
            <a:ext cx="4393700" cy="262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43EE44C7-F68D-4B0D-9126-ABFD1445AA9C}"/>
              </a:ext>
            </a:extLst>
          </p:cNvPr>
          <p:cNvCxnSpPr/>
          <p:nvPr/>
        </p:nvCxnSpPr>
        <p:spPr>
          <a:xfrm>
            <a:off x="5862918" y="1323975"/>
            <a:ext cx="0" cy="5202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>
            <a:extLst>
              <a:ext uri="{FF2B5EF4-FFF2-40B4-BE49-F238E27FC236}">
                <a16:creationId xmlns:a16="http://schemas.microsoft.com/office/drawing/2014/main" id="{E57FD1E3-F89F-401F-9BD9-9B90623FB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2" y="1898399"/>
            <a:ext cx="5767374" cy="2861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6C479CA-8506-43EC-82D4-704147E52B06}"/>
              </a:ext>
            </a:extLst>
          </p:cNvPr>
          <p:cNvSpPr txBox="1"/>
          <p:nvPr/>
        </p:nvSpPr>
        <p:spPr>
          <a:xfrm>
            <a:off x="5453062" y="5404022"/>
            <a:ext cx="1503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Catégoriser les prix et </a:t>
            </a:r>
            <a:r>
              <a:rPr lang="fr-FR" dirty="0" err="1"/>
              <a:t>histo</a:t>
            </a:r>
            <a:r>
              <a:rPr lang="fr-FR" dirty="0"/>
              <a:t> ou </a:t>
            </a:r>
            <a:r>
              <a:rPr lang="fr-FR" dirty="0" err="1"/>
              <a:t>boxplot</a:t>
            </a:r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FCD6E1-356B-4CAB-8890-0123B66B3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113" y="1686315"/>
            <a:ext cx="4314697" cy="257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082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Top Clients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B6A742-6499-495D-9647-24C0CA46EB98}"/>
              </a:ext>
            </a:extLst>
          </p:cNvPr>
          <p:cNvSpPr txBox="1"/>
          <p:nvPr/>
        </p:nvSpPr>
        <p:spPr>
          <a:xfrm>
            <a:off x="614643" y="1274723"/>
            <a:ext cx="111239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Montserrat" pitchFamily="2" charset="0"/>
              </a:rPr>
              <a:t>TOP CLIENTS :</a:t>
            </a:r>
          </a:p>
          <a:p>
            <a:r>
              <a:rPr lang="fr-FR" dirty="0">
                <a:latin typeface="Montserrat" pitchFamily="2" charset="0"/>
              </a:rPr>
              <a:t>4 clients se distinguent avec un </a:t>
            </a:r>
            <a:r>
              <a:rPr lang="fr-FR" b="1" dirty="0">
                <a:latin typeface="Montserrat" pitchFamily="2" charset="0"/>
              </a:rPr>
              <a:t>CA supérieur à 100k€ </a:t>
            </a:r>
            <a:r>
              <a:rPr lang="fr-FR" dirty="0">
                <a:latin typeface="Montserrat" pitchFamily="2" charset="0"/>
              </a:rPr>
              <a:t>pour toute la période.</a:t>
            </a:r>
          </a:p>
          <a:p>
            <a:r>
              <a:rPr lang="fr-FR" dirty="0">
                <a:latin typeface="Montserrat" pitchFamily="2" charset="0"/>
              </a:rPr>
              <a:t>Ils seront considérés comme </a:t>
            </a:r>
            <a:r>
              <a:rPr lang="fr-FR" b="1" dirty="0">
                <a:latin typeface="Montserrat" pitchFamily="2" charset="0"/>
              </a:rPr>
              <a:t>client professionnels (B2B). </a:t>
            </a:r>
            <a:r>
              <a:rPr lang="fr-FR" u="sng" dirty="0">
                <a:solidFill>
                  <a:srgbClr val="F08080"/>
                </a:solidFill>
                <a:latin typeface="Montserrat" pitchFamily="2" charset="0"/>
              </a:rPr>
              <a:t>Aussi, pour des raisons de cohérence des données, ces 4 acheteurs ont ne seront pas considérés dans les analyses statistiques suivantes.</a:t>
            </a:r>
          </a:p>
          <a:p>
            <a:endParaRPr lang="fr-FR" dirty="0">
              <a:latin typeface="Montserrat" pitchFamily="2" charset="0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F3902524-E288-4BC0-9E23-88C529369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533306"/>
              </p:ext>
            </p:extLst>
          </p:nvPr>
        </p:nvGraphicFramePr>
        <p:xfrm>
          <a:off x="1664352" y="2865557"/>
          <a:ext cx="2455446" cy="3688080"/>
        </p:xfrm>
        <a:graphic>
          <a:graphicData uri="http://schemas.openxmlformats.org/drawingml/2006/table">
            <a:tbl>
              <a:tblPr/>
              <a:tblGrid>
                <a:gridCol w="1227723">
                  <a:extLst>
                    <a:ext uri="{9D8B030D-6E8A-4147-A177-3AD203B41FA5}">
                      <a16:colId xmlns:a16="http://schemas.microsoft.com/office/drawing/2014/main" val="820654842"/>
                    </a:ext>
                  </a:extLst>
                </a:gridCol>
                <a:gridCol w="1227723">
                  <a:extLst>
                    <a:ext uri="{9D8B030D-6E8A-4147-A177-3AD203B41FA5}">
                      <a16:colId xmlns:a16="http://schemas.microsoft.com/office/drawing/2014/main" val="767349685"/>
                    </a:ext>
                  </a:extLst>
                </a:gridCol>
              </a:tblGrid>
              <a:tr h="330010">
                <a:tc>
                  <a:txBody>
                    <a:bodyPr/>
                    <a:lstStyle/>
                    <a:p>
                      <a:r>
                        <a:rPr lang="fr-FR" sz="1600" dirty="0" err="1"/>
                        <a:t>client_id</a:t>
                      </a:r>
                      <a:endParaRPr lang="fr-F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CA (€)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6979371"/>
                  </a:ext>
                </a:extLst>
              </a:tr>
              <a:tr h="330010">
                <a:tc>
                  <a:txBody>
                    <a:bodyPr/>
                    <a:lstStyle/>
                    <a:p>
                      <a:r>
                        <a:rPr lang="fr-FR" sz="1600" dirty="0"/>
                        <a:t>c_1609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326 039.89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120344"/>
                  </a:ext>
                </a:extLst>
              </a:tr>
              <a:tr h="330010">
                <a:tc>
                  <a:txBody>
                    <a:bodyPr/>
                    <a:lstStyle/>
                    <a:p>
                      <a:r>
                        <a:rPr lang="fr-FR" sz="1600" dirty="0"/>
                        <a:t>c_4958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290 227.03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31204"/>
                  </a:ext>
                </a:extLst>
              </a:tr>
              <a:tr h="330010">
                <a:tc>
                  <a:txBody>
                    <a:bodyPr/>
                    <a:lstStyle/>
                    <a:p>
                      <a:r>
                        <a:rPr lang="fr-FR" sz="1600"/>
                        <a:t>c_6714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153 918.60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274933"/>
                  </a:ext>
                </a:extLst>
              </a:tr>
              <a:tr h="330010">
                <a:tc>
                  <a:txBody>
                    <a:bodyPr/>
                    <a:lstStyle/>
                    <a:p>
                      <a:r>
                        <a:rPr lang="fr-FR" sz="1600"/>
                        <a:t>c_3454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114 110.57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526601"/>
                  </a:ext>
                </a:extLst>
              </a:tr>
              <a:tr h="330010">
                <a:tc>
                  <a:txBody>
                    <a:bodyPr/>
                    <a:lstStyle/>
                    <a:p>
                      <a:r>
                        <a:rPr lang="fr-FR" sz="1600"/>
                        <a:t>c_1570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5 285.82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459961"/>
                  </a:ext>
                </a:extLst>
              </a:tr>
              <a:tr h="330010">
                <a:tc>
                  <a:txBody>
                    <a:bodyPr/>
                    <a:lstStyle/>
                    <a:p>
                      <a:r>
                        <a:rPr lang="fr-FR" sz="1600"/>
                        <a:t>c_3263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5 276.87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103590"/>
                  </a:ext>
                </a:extLst>
              </a:tr>
              <a:tr h="330010">
                <a:tc>
                  <a:txBody>
                    <a:bodyPr/>
                    <a:lstStyle/>
                    <a:p>
                      <a:r>
                        <a:rPr lang="fr-FR" sz="1600"/>
                        <a:t>c_2140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5 260.18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70152"/>
                  </a:ext>
                </a:extLst>
              </a:tr>
              <a:tr h="330010">
                <a:tc>
                  <a:txBody>
                    <a:bodyPr/>
                    <a:lstStyle/>
                    <a:p>
                      <a:r>
                        <a:rPr lang="fr-FR" sz="1600"/>
                        <a:t>c_2899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5 214.05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21388"/>
                  </a:ext>
                </a:extLst>
              </a:tr>
              <a:tr h="330010">
                <a:tc>
                  <a:txBody>
                    <a:bodyPr/>
                    <a:lstStyle/>
                    <a:p>
                      <a:r>
                        <a:rPr lang="fr-FR" sz="1600"/>
                        <a:t>c_7319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5 155.77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869927"/>
                  </a:ext>
                </a:extLst>
              </a:tr>
              <a:tr h="330010">
                <a:tc>
                  <a:txBody>
                    <a:bodyPr/>
                    <a:lstStyle/>
                    <a:p>
                      <a:r>
                        <a:rPr lang="fr-FR" sz="1600" dirty="0"/>
                        <a:t>c_7959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5 135.75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146945"/>
                  </a:ext>
                </a:extLst>
              </a:tr>
            </a:tbl>
          </a:graphicData>
        </a:graphic>
      </p:graphicFrame>
      <p:pic>
        <p:nvPicPr>
          <p:cNvPr id="2054" name="Picture 6">
            <a:extLst>
              <a:ext uri="{FF2B5EF4-FFF2-40B4-BE49-F238E27FC236}">
                <a16:creationId xmlns:a16="http://schemas.microsoft.com/office/drawing/2014/main" id="{83213D0A-D9E2-4CE1-8A28-D78D98E39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507" y="2830398"/>
            <a:ext cx="5244698" cy="392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595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Profils des clients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B6A742-6499-495D-9647-24C0CA46EB98}"/>
              </a:ext>
            </a:extLst>
          </p:cNvPr>
          <p:cNvSpPr txBox="1"/>
          <p:nvPr/>
        </p:nvSpPr>
        <p:spPr>
          <a:xfrm>
            <a:off x="534016" y="1308731"/>
            <a:ext cx="1112396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600" dirty="0">
              <a:latin typeface="Montserrat" pitchFamily="2" charset="0"/>
            </a:endParaRPr>
          </a:p>
          <a:p>
            <a:r>
              <a:rPr lang="fr-FR" sz="1600" b="1" dirty="0">
                <a:latin typeface="Montserrat" pitchFamily="2" charset="0"/>
              </a:rPr>
              <a:t>20% des clients BtoC génère 48€ du CA Global</a:t>
            </a:r>
          </a:p>
          <a:p>
            <a:r>
              <a:rPr lang="fr-FR" sz="1600" b="1" dirty="0">
                <a:latin typeface="Montserrat" pitchFamily="2" charset="0"/>
              </a:rPr>
              <a:t>49.83% sont des femmes, et 50.15% sont des femmes soit une mixité quasi parfaite</a:t>
            </a:r>
          </a:p>
          <a:p>
            <a:endParaRPr lang="fr-FR" sz="1600" dirty="0">
              <a:latin typeface="Montserrat" pitchFamily="2" charset="0"/>
            </a:endParaRPr>
          </a:p>
          <a:p>
            <a:r>
              <a:rPr lang="fr-FR" sz="1600" dirty="0">
                <a:latin typeface="Montserrat" pitchFamily="2" charset="0"/>
              </a:rPr>
              <a:t>D’après les courbes de LORENZ ci-dessous, on détermine que :</a:t>
            </a:r>
          </a:p>
          <a:p>
            <a:r>
              <a:rPr lang="fr-FR" sz="1600" dirty="0">
                <a:latin typeface="Montserrat" pitchFamily="2" charset="0"/>
              </a:rPr>
              <a:t>- la concentration du CA est très élevée pour les </a:t>
            </a:r>
            <a:r>
              <a:rPr lang="fr-FR" sz="1600" b="1" dirty="0" err="1">
                <a:latin typeface="Montserrat" pitchFamily="2" charset="0"/>
              </a:rPr>
              <a:t>BtoB</a:t>
            </a:r>
            <a:r>
              <a:rPr lang="fr-FR" sz="1600" dirty="0">
                <a:latin typeface="Montserrat" pitchFamily="2" charset="0"/>
              </a:rPr>
              <a:t> (peu de clients, beaucoup de CA), elle l’est moins pour les </a:t>
            </a:r>
            <a:r>
              <a:rPr lang="fr-FR" sz="1600" b="1" dirty="0">
                <a:latin typeface="Montserrat" pitchFamily="2" charset="0"/>
              </a:rPr>
              <a:t>BtoC</a:t>
            </a:r>
            <a:r>
              <a:rPr lang="fr-FR" sz="1600" dirty="0">
                <a:latin typeface="Montserrat" pitchFamily="2" charset="0"/>
              </a:rPr>
              <a:t> où la distribution est plus diffuse.</a:t>
            </a:r>
          </a:p>
          <a:p>
            <a:r>
              <a:rPr lang="fr-FR" sz="1600" dirty="0">
                <a:latin typeface="Montserrat" pitchFamily="2" charset="0"/>
              </a:rPr>
              <a:t>- La concentration du CA par genres est </a:t>
            </a:r>
            <a:r>
              <a:rPr lang="fr-FR" sz="1600" b="1" dirty="0">
                <a:latin typeface="Montserrat" pitchFamily="2" charset="0"/>
              </a:rPr>
              <a:t>modérée</a:t>
            </a:r>
            <a:r>
              <a:rPr lang="fr-FR" sz="1600" dirty="0">
                <a:latin typeface="Montserrat" pitchFamily="2" charset="0"/>
              </a:rPr>
              <a:t> et </a:t>
            </a:r>
            <a:r>
              <a:rPr lang="fr-FR" sz="1600" b="1" dirty="0">
                <a:latin typeface="Montserrat" pitchFamily="2" charset="0"/>
              </a:rPr>
              <a:t>équilibrée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A40219D-5278-424B-8A17-99CCA519F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843" y="3548722"/>
            <a:ext cx="7804452" cy="32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812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Lien entre le genre d’un client et la catégorie de livre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B6A742-6499-495D-9647-24C0CA46EB98}"/>
              </a:ext>
            </a:extLst>
          </p:cNvPr>
          <p:cNvSpPr txBox="1"/>
          <p:nvPr/>
        </p:nvSpPr>
        <p:spPr>
          <a:xfrm>
            <a:off x="356627" y="1441633"/>
            <a:ext cx="54525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itchFamily="2" charset="0"/>
              </a:rPr>
              <a:t>TEST DU CHI² : </a:t>
            </a:r>
            <a:r>
              <a:rPr lang="fr-FR" dirty="0">
                <a:latin typeface="Montserrat" pitchFamily="2" charset="0"/>
              </a:rPr>
              <a:t>Ce test permet de vérifier si 2 variables qualitatives sont indépendantes</a:t>
            </a:r>
          </a:p>
          <a:p>
            <a:endParaRPr lang="fr-FR" dirty="0">
              <a:latin typeface="Montserrat" pitchFamily="2" charset="0"/>
            </a:endParaRPr>
          </a:p>
          <a:p>
            <a:endParaRPr lang="fr-FR" dirty="0">
              <a:latin typeface="Montserrat" pitchFamily="2" charset="0"/>
            </a:endParaRPr>
          </a:p>
          <a:p>
            <a:r>
              <a:rPr lang="fr-FR" u="sng" dirty="0">
                <a:highlight>
                  <a:srgbClr val="87CEEB"/>
                </a:highlight>
                <a:latin typeface="Montserrat" pitchFamily="2" charset="0"/>
              </a:rPr>
              <a:t>Résultats du test du Chi² :</a:t>
            </a:r>
          </a:p>
          <a:p>
            <a:r>
              <a:rPr lang="fr-FR" dirty="0">
                <a:highlight>
                  <a:srgbClr val="87CEEB"/>
                </a:highlight>
                <a:latin typeface="Montserrat" pitchFamily="2" charset="0"/>
              </a:rPr>
              <a:t>Chi² = 22,67</a:t>
            </a:r>
          </a:p>
          <a:p>
            <a:r>
              <a:rPr lang="fr-FR" dirty="0">
                <a:highlight>
                  <a:srgbClr val="87CEEB"/>
                </a:highlight>
                <a:latin typeface="Montserrat" pitchFamily="2" charset="0"/>
              </a:rPr>
              <a:t>p-value = 0.0000</a:t>
            </a:r>
          </a:p>
          <a:p>
            <a:r>
              <a:rPr lang="fr-FR" dirty="0">
                <a:highlight>
                  <a:srgbClr val="87CEEB"/>
                </a:highlight>
                <a:latin typeface="Montserrat" pitchFamily="2" charset="0"/>
              </a:rPr>
              <a:t>Degrés de liberté = 2</a:t>
            </a:r>
          </a:p>
          <a:p>
            <a:endParaRPr lang="fr-FR" dirty="0">
              <a:latin typeface="Montserrat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E11C327-41F4-4CE5-8ECA-F684C0E5DA22}"/>
              </a:ext>
            </a:extLst>
          </p:cNvPr>
          <p:cNvSpPr txBox="1"/>
          <p:nvPr/>
        </p:nvSpPr>
        <p:spPr>
          <a:xfrm>
            <a:off x="2037229" y="5175221"/>
            <a:ext cx="754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itchFamily="2" charset="0"/>
              </a:rPr>
              <a:t>CONCLUSION</a:t>
            </a:r>
            <a:r>
              <a:rPr lang="fr-FR" dirty="0">
                <a:latin typeface="Montserrat" pitchFamily="2" charset="0"/>
              </a:rPr>
              <a:t> : il existe une association entre le genre et la catégorie. Autrement dit, les hommes et femmes n’achètent pas les mêmes catégories dans les mêmes proportions</a:t>
            </a:r>
          </a:p>
          <a:p>
            <a:endParaRPr lang="fr-FR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99F6B04-BA28-4308-8C47-61693DF9A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129" y="1441633"/>
            <a:ext cx="5735419" cy="342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338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Lien entre l’âge et le montant total des achats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B6A742-6499-495D-9647-24C0CA46EB98}"/>
              </a:ext>
            </a:extLst>
          </p:cNvPr>
          <p:cNvSpPr txBox="1"/>
          <p:nvPr/>
        </p:nvSpPr>
        <p:spPr>
          <a:xfrm>
            <a:off x="173354" y="1414959"/>
            <a:ext cx="51412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itchFamily="2" charset="0"/>
              </a:rPr>
              <a:t>TEST DE PEARSON : </a:t>
            </a:r>
            <a:r>
              <a:rPr lang="fr-FR" dirty="0">
                <a:latin typeface="Montserrat" pitchFamily="2" charset="0"/>
              </a:rPr>
              <a:t>Ce test permet de vérifier si 2 variables quantitatives ont une corrélation. Il donne un coefficient r qui mesure la force et le sens d’une relation.</a:t>
            </a:r>
          </a:p>
          <a:p>
            <a:endParaRPr lang="fr-FR" dirty="0">
              <a:latin typeface="Montserrat" pitchFamily="2" charset="0"/>
            </a:endParaRPr>
          </a:p>
          <a:p>
            <a:r>
              <a:rPr lang="fr-FR" u="sng" dirty="0">
                <a:highlight>
                  <a:srgbClr val="87CEEB"/>
                </a:highlight>
                <a:latin typeface="Montserrat" pitchFamily="2" charset="0"/>
              </a:rPr>
              <a:t>Résultats du test de Pearson :</a:t>
            </a:r>
          </a:p>
          <a:p>
            <a:r>
              <a:rPr lang="fr-FR" dirty="0">
                <a:highlight>
                  <a:srgbClr val="87CEEB"/>
                </a:highlight>
                <a:latin typeface="Montserrat" pitchFamily="2" charset="0"/>
              </a:rPr>
              <a:t>Coefficient de corrélation r = -0,19</a:t>
            </a:r>
          </a:p>
          <a:p>
            <a:r>
              <a:rPr lang="fr-FR" dirty="0">
                <a:highlight>
                  <a:srgbClr val="87CEEB"/>
                </a:highlight>
                <a:latin typeface="Montserrat" pitchFamily="2" charset="0"/>
              </a:rPr>
              <a:t>P-value = 0,0000</a:t>
            </a:r>
          </a:p>
          <a:p>
            <a:endParaRPr lang="fr-FR" dirty="0">
              <a:latin typeface="Montserrat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E11C327-41F4-4CE5-8ECA-F684C0E5DA22}"/>
              </a:ext>
            </a:extLst>
          </p:cNvPr>
          <p:cNvSpPr txBox="1"/>
          <p:nvPr/>
        </p:nvSpPr>
        <p:spPr>
          <a:xfrm>
            <a:off x="173354" y="4700563"/>
            <a:ext cx="56797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itchFamily="2" charset="0"/>
              </a:rPr>
              <a:t>CONCLUSION</a:t>
            </a:r>
            <a:r>
              <a:rPr lang="fr-FR" dirty="0">
                <a:latin typeface="Montserrat" pitchFamily="2" charset="0"/>
              </a:rPr>
              <a:t> : il existe une association entre les dépenses et l’âge de nos clients. Comme on peut le constater, la droite de régression indique que plus le client est âgé, moins il dépense.</a:t>
            </a:r>
          </a:p>
          <a:p>
            <a:endParaRPr lang="fr-FR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AC6F9CC-5B79-410F-8D31-88E2B55D1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112" y="1620935"/>
            <a:ext cx="5920320" cy="442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169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Lien entre l’âge et la fréquence d’achats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B6A742-6499-495D-9647-24C0CA46EB98}"/>
              </a:ext>
            </a:extLst>
          </p:cNvPr>
          <p:cNvSpPr txBox="1"/>
          <p:nvPr/>
        </p:nvSpPr>
        <p:spPr>
          <a:xfrm>
            <a:off x="173354" y="1414959"/>
            <a:ext cx="51412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itchFamily="2" charset="0"/>
              </a:rPr>
              <a:t>TEST DE SPEARMAN : </a:t>
            </a:r>
            <a:r>
              <a:rPr lang="fr-FR" dirty="0">
                <a:latin typeface="Montserrat" pitchFamily="2" charset="0"/>
              </a:rPr>
              <a:t>Ce test permet de vérifier si 2 variables quantitatives ont une corrélation. On suppose ici que qu’il n’y a pas de relation linéaire ni de normalité des données.</a:t>
            </a:r>
          </a:p>
          <a:p>
            <a:endParaRPr lang="fr-FR" dirty="0">
              <a:latin typeface="Montserrat" pitchFamily="2" charset="0"/>
            </a:endParaRPr>
          </a:p>
          <a:p>
            <a:endParaRPr lang="fr-FR" dirty="0">
              <a:latin typeface="Montserrat" pitchFamily="2" charset="0"/>
            </a:endParaRPr>
          </a:p>
          <a:p>
            <a:r>
              <a:rPr lang="fr-FR" u="sng" dirty="0">
                <a:highlight>
                  <a:srgbClr val="87CEEB"/>
                </a:highlight>
                <a:latin typeface="Montserrat" pitchFamily="2" charset="0"/>
              </a:rPr>
              <a:t>Résultats du test de Spearman :</a:t>
            </a:r>
          </a:p>
          <a:p>
            <a:r>
              <a:rPr lang="fr-FR" dirty="0">
                <a:highlight>
                  <a:srgbClr val="87CEEB"/>
                </a:highlight>
                <a:latin typeface="Montserrat" pitchFamily="2" charset="0"/>
              </a:rPr>
              <a:t>Spearman rho = 0,13</a:t>
            </a:r>
          </a:p>
          <a:p>
            <a:r>
              <a:rPr lang="fr-FR" dirty="0">
                <a:highlight>
                  <a:srgbClr val="87CEEB"/>
                </a:highlight>
                <a:latin typeface="Montserrat" pitchFamily="2" charset="0"/>
              </a:rPr>
              <a:t>P-value = 0,0000</a:t>
            </a:r>
          </a:p>
          <a:p>
            <a:endParaRPr lang="fr-FR" dirty="0">
              <a:latin typeface="Montserrat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E11C327-41F4-4CE5-8ECA-F684C0E5DA22}"/>
              </a:ext>
            </a:extLst>
          </p:cNvPr>
          <p:cNvSpPr txBox="1"/>
          <p:nvPr/>
        </p:nvSpPr>
        <p:spPr>
          <a:xfrm>
            <a:off x="173354" y="4842876"/>
            <a:ext cx="56797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itchFamily="2" charset="0"/>
              </a:rPr>
              <a:t>CONCLUSION</a:t>
            </a:r>
            <a:r>
              <a:rPr lang="fr-FR" dirty="0">
                <a:latin typeface="Montserrat" pitchFamily="2" charset="0"/>
              </a:rPr>
              <a:t> : L’âge ne joue quasiment aucun rôle dans la fréquence d’achat d’après le test de Spearman et la matrice de corrélation, </a:t>
            </a:r>
          </a:p>
          <a:p>
            <a:r>
              <a:rPr lang="fr-FR" dirty="0">
                <a:latin typeface="Montserrat" pitchFamily="2" charset="0"/>
              </a:rPr>
              <a:t>bien que constate une fréquence d’achat très forte pour la tranche d’âge ~35 à 55 ans.</a:t>
            </a:r>
            <a:endParaRPr lang="fr-FR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3FB24B7-282B-4B57-9BB9-1DA136E6C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550" y="1323975"/>
            <a:ext cx="3601865" cy="253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C4E2637A-1C67-4674-A32E-5502F38EE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2156" y="4048125"/>
            <a:ext cx="4710113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616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Lien entre l’âge et la taille du panier moyen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B6A742-6499-495D-9647-24C0CA46EB98}"/>
              </a:ext>
            </a:extLst>
          </p:cNvPr>
          <p:cNvSpPr txBox="1"/>
          <p:nvPr/>
        </p:nvSpPr>
        <p:spPr>
          <a:xfrm>
            <a:off x="173354" y="1414959"/>
            <a:ext cx="51412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itchFamily="2" charset="0"/>
              </a:rPr>
              <a:t>TEST DE SPEARMAN : </a:t>
            </a:r>
            <a:r>
              <a:rPr lang="fr-FR" dirty="0">
                <a:latin typeface="Montserrat" pitchFamily="2" charset="0"/>
              </a:rPr>
              <a:t>Ce test permet de vérifier si 2 variables quantitatives ont une corrélation. On suppose ici que qu’il n’y a pas de relation linéaire ni de normalité des données.</a:t>
            </a:r>
          </a:p>
          <a:p>
            <a:endParaRPr lang="fr-FR" dirty="0">
              <a:latin typeface="Montserrat" pitchFamily="2" charset="0"/>
            </a:endParaRPr>
          </a:p>
          <a:p>
            <a:endParaRPr lang="fr-FR" dirty="0">
              <a:latin typeface="Montserrat" pitchFamily="2" charset="0"/>
            </a:endParaRPr>
          </a:p>
          <a:p>
            <a:r>
              <a:rPr lang="fr-FR" u="sng" dirty="0">
                <a:highlight>
                  <a:srgbClr val="87CEEB"/>
                </a:highlight>
                <a:latin typeface="Montserrat" pitchFamily="2" charset="0"/>
              </a:rPr>
              <a:t>Résultats du test de Spearman :</a:t>
            </a:r>
          </a:p>
          <a:p>
            <a:r>
              <a:rPr lang="fr-FR" dirty="0">
                <a:highlight>
                  <a:srgbClr val="87CEEB"/>
                </a:highlight>
                <a:latin typeface="Montserrat" pitchFamily="2" charset="0"/>
              </a:rPr>
              <a:t>Spearman rho = -0,33</a:t>
            </a:r>
          </a:p>
          <a:p>
            <a:r>
              <a:rPr lang="fr-FR" dirty="0">
                <a:highlight>
                  <a:srgbClr val="87CEEB"/>
                </a:highlight>
                <a:latin typeface="Montserrat" pitchFamily="2" charset="0"/>
              </a:rPr>
              <a:t>P-value = 0,0000</a:t>
            </a:r>
          </a:p>
          <a:p>
            <a:endParaRPr lang="fr-FR" dirty="0">
              <a:latin typeface="Montserrat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E11C327-41F4-4CE5-8ECA-F684C0E5DA22}"/>
              </a:ext>
            </a:extLst>
          </p:cNvPr>
          <p:cNvSpPr txBox="1"/>
          <p:nvPr/>
        </p:nvSpPr>
        <p:spPr>
          <a:xfrm>
            <a:off x="173354" y="4842876"/>
            <a:ext cx="56797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itchFamily="2" charset="0"/>
              </a:rPr>
              <a:t>CONCLUSION</a:t>
            </a:r>
            <a:r>
              <a:rPr lang="fr-FR" dirty="0">
                <a:latin typeface="Montserrat" pitchFamily="2" charset="0"/>
              </a:rPr>
              <a:t> : la corrélation est négative modérée, c’est-à-dire que plus le client est âgé, moins son panier est important. On constate une taille de panier très volatile et plus élevé entre 20 et 35 ans</a:t>
            </a:r>
          </a:p>
          <a:p>
            <a:endParaRPr lang="fr-FR" dirty="0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21632C8E-625D-4175-B1F8-3CEB8A7D6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239573"/>
            <a:ext cx="6075046" cy="362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041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Lien entre l’âge et la catégorie des livres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B6A742-6499-495D-9647-24C0CA46EB98}"/>
              </a:ext>
            </a:extLst>
          </p:cNvPr>
          <p:cNvSpPr txBox="1"/>
          <p:nvPr/>
        </p:nvSpPr>
        <p:spPr>
          <a:xfrm>
            <a:off x="149934" y="1318253"/>
            <a:ext cx="514120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>
                <a:latin typeface="Montserrat" pitchFamily="2" charset="0"/>
              </a:rPr>
              <a:t>TEST DE ANOVA : </a:t>
            </a:r>
            <a:r>
              <a:rPr lang="fr-FR" sz="1700" dirty="0">
                <a:latin typeface="Montserrat" pitchFamily="2" charset="0"/>
              </a:rPr>
              <a:t>Ce test permet de vérifier si 2 variables mixtes (quantitative/qualitative) ont une corrélation.</a:t>
            </a:r>
          </a:p>
          <a:p>
            <a:endParaRPr lang="fr-FR" sz="1700" dirty="0">
              <a:latin typeface="Montserrat" pitchFamily="2" charset="0"/>
            </a:endParaRPr>
          </a:p>
          <a:p>
            <a:r>
              <a:rPr lang="fr-FR" sz="1700" u="sng" dirty="0">
                <a:highlight>
                  <a:srgbClr val="87CEEB"/>
                </a:highlight>
                <a:latin typeface="Montserrat" pitchFamily="2" charset="0"/>
              </a:rPr>
              <a:t>Résultats du test d’</a:t>
            </a:r>
            <a:r>
              <a:rPr lang="fr-FR" sz="1700" u="sng" dirty="0" err="1">
                <a:highlight>
                  <a:srgbClr val="87CEEB"/>
                </a:highlight>
                <a:latin typeface="Montserrat" pitchFamily="2" charset="0"/>
              </a:rPr>
              <a:t>Anova</a:t>
            </a:r>
            <a:r>
              <a:rPr lang="fr-FR" sz="1700" u="sng" dirty="0">
                <a:highlight>
                  <a:srgbClr val="87CEEB"/>
                </a:highlight>
                <a:latin typeface="Montserrat" pitchFamily="2" charset="0"/>
              </a:rPr>
              <a:t> :</a:t>
            </a:r>
          </a:p>
          <a:p>
            <a:r>
              <a:rPr lang="fr-FR" sz="1700" dirty="0">
                <a:highlight>
                  <a:srgbClr val="87CEEB"/>
                </a:highlight>
                <a:latin typeface="Montserrat" pitchFamily="2" charset="0"/>
              </a:rPr>
              <a:t>F = 39705</a:t>
            </a:r>
          </a:p>
          <a:p>
            <a:r>
              <a:rPr lang="fr-FR" sz="1700" dirty="0">
                <a:highlight>
                  <a:srgbClr val="87CEEB"/>
                </a:highlight>
                <a:latin typeface="Montserrat" pitchFamily="2" charset="0"/>
              </a:rPr>
              <a:t>P-Value = 0,0</a:t>
            </a:r>
          </a:p>
          <a:p>
            <a:endParaRPr lang="fr-FR" sz="1700" dirty="0">
              <a:latin typeface="Montserrat" pitchFamily="2" charset="0"/>
            </a:endParaRPr>
          </a:p>
          <a:p>
            <a:r>
              <a:rPr lang="fr-FR" sz="1700" b="1" dirty="0">
                <a:latin typeface="Montserrat" pitchFamily="2" charset="0"/>
              </a:rPr>
              <a:t>TEST DE TUKEY HSD : </a:t>
            </a:r>
            <a:r>
              <a:rPr lang="fr-FR" sz="1700" dirty="0">
                <a:latin typeface="Montserrat" pitchFamily="2" charset="0"/>
              </a:rPr>
              <a:t>Ce test permet de savoir quels catégories sont le plus souvent achetés en fonction de la tranche d’âge</a:t>
            </a:r>
          </a:p>
          <a:p>
            <a:endParaRPr lang="fr-FR" sz="1700" dirty="0">
              <a:latin typeface="Montserrat" pitchFamily="2" charset="0"/>
            </a:endParaRPr>
          </a:p>
          <a:p>
            <a:r>
              <a:rPr lang="fr-FR" sz="1700" u="sng" dirty="0">
                <a:highlight>
                  <a:srgbClr val="87CEEB"/>
                </a:highlight>
                <a:latin typeface="Montserrat" pitchFamily="2" charset="0"/>
              </a:rPr>
              <a:t>Catégorie 0 vs 1 :</a:t>
            </a:r>
          </a:p>
          <a:p>
            <a:r>
              <a:rPr lang="fr-FR" sz="1700" dirty="0">
                <a:highlight>
                  <a:srgbClr val="87CEEB"/>
                </a:highlight>
                <a:latin typeface="Montserrat" pitchFamily="2" charset="0"/>
              </a:rPr>
              <a:t>Différence d’âge = +3,9 ans</a:t>
            </a:r>
          </a:p>
          <a:p>
            <a:endParaRPr lang="fr-FR" sz="1700" dirty="0">
              <a:highlight>
                <a:srgbClr val="87CEEB"/>
              </a:highlight>
              <a:latin typeface="Montserrat" pitchFamily="2" charset="0"/>
            </a:endParaRPr>
          </a:p>
          <a:p>
            <a:r>
              <a:rPr lang="fr-FR" sz="1700" u="sng" dirty="0">
                <a:highlight>
                  <a:srgbClr val="87CEEB"/>
                </a:highlight>
                <a:latin typeface="Montserrat" pitchFamily="2" charset="0"/>
              </a:rPr>
              <a:t>Catégorie 0 vs 2 :</a:t>
            </a:r>
          </a:p>
          <a:p>
            <a:r>
              <a:rPr lang="fr-FR" sz="1700" dirty="0">
                <a:highlight>
                  <a:srgbClr val="87CEEB"/>
                </a:highlight>
                <a:latin typeface="Montserrat" pitchFamily="2" charset="0"/>
              </a:rPr>
              <a:t>Différence d’âge = -17,8 ans</a:t>
            </a:r>
          </a:p>
          <a:p>
            <a:endParaRPr lang="fr-FR" sz="1700" dirty="0">
              <a:highlight>
                <a:srgbClr val="87CEEB"/>
              </a:highlight>
              <a:latin typeface="Montserrat" pitchFamily="2" charset="0"/>
            </a:endParaRPr>
          </a:p>
          <a:p>
            <a:r>
              <a:rPr lang="fr-FR" sz="1700" u="sng" dirty="0">
                <a:highlight>
                  <a:srgbClr val="87CEEB"/>
                </a:highlight>
                <a:latin typeface="Montserrat" pitchFamily="2" charset="0"/>
              </a:rPr>
              <a:t>Catégorie 1 vs 2 : </a:t>
            </a:r>
          </a:p>
          <a:p>
            <a:r>
              <a:rPr lang="fr-FR" sz="1700" dirty="0">
                <a:highlight>
                  <a:srgbClr val="87CEEB"/>
                </a:highlight>
                <a:latin typeface="Montserrat" pitchFamily="2" charset="0"/>
              </a:rPr>
              <a:t>Différence d’âge = -21,7 ans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E11C327-41F4-4CE5-8ECA-F684C0E5DA22}"/>
              </a:ext>
            </a:extLst>
          </p:cNvPr>
          <p:cNvSpPr txBox="1"/>
          <p:nvPr/>
        </p:nvSpPr>
        <p:spPr>
          <a:xfrm>
            <a:off x="6027433" y="4888462"/>
            <a:ext cx="56797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itchFamily="2" charset="0"/>
              </a:rPr>
              <a:t>CONCLUSION</a:t>
            </a:r>
            <a:r>
              <a:rPr lang="fr-FR" dirty="0">
                <a:latin typeface="Montserrat" pitchFamily="2" charset="0"/>
              </a:rPr>
              <a:t> : Ces tests de corrélation indiquent que l’âge à un impact significatif sur le type de catégorie de livre acheté.</a:t>
            </a:r>
          </a:p>
          <a:p>
            <a:r>
              <a:rPr lang="fr-FR" dirty="0">
                <a:latin typeface="Montserrat" pitchFamily="2" charset="0"/>
              </a:rPr>
              <a:t>La catégorie 1 est acheté par des personnes plus âgés que la catégorie 0.</a:t>
            </a:r>
          </a:p>
          <a:p>
            <a:r>
              <a:rPr lang="fr-FR" dirty="0">
                <a:latin typeface="Montserrat" pitchFamily="2" charset="0"/>
              </a:rPr>
              <a:t>La catégorie 2 est achetée par des plus jeunes.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78AB451-63D4-4E7E-B376-E5C1594C3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980" y="1323975"/>
            <a:ext cx="6624664" cy="3287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5246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E7C81806-8A6F-4224-B29A-91CABF3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6" y="-285749"/>
            <a:ext cx="1609724" cy="16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CF7927-8767-44FF-81B2-49A1EF0B529D}"/>
              </a:ext>
            </a:extLst>
          </p:cNvPr>
          <p:cNvSpPr/>
          <p:nvPr/>
        </p:nvSpPr>
        <p:spPr>
          <a:xfrm>
            <a:off x="0" y="-1"/>
            <a:ext cx="10582276" cy="1104899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6A472-8B12-4359-9B00-23B824B0B4F9}"/>
              </a:ext>
            </a:extLst>
          </p:cNvPr>
          <p:cNvSpPr txBox="1"/>
          <p:nvPr/>
        </p:nvSpPr>
        <p:spPr>
          <a:xfrm>
            <a:off x="428624" y="290838"/>
            <a:ext cx="10048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Conclusion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B6A742-6499-495D-9647-24C0CA46EB98}"/>
              </a:ext>
            </a:extLst>
          </p:cNvPr>
          <p:cNvSpPr txBox="1"/>
          <p:nvPr/>
        </p:nvSpPr>
        <p:spPr>
          <a:xfrm>
            <a:off x="1596448" y="2459504"/>
            <a:ext cx="89858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Montserrat" pitchFamily="2" charset="0"/>
              </a:rPr>
              <a:t>Pour résumer les points d’attention, constaté lors de ces analyses :</a:t>
            </a:r>
          </a:p>
          <a:p>
            <a:endParaRPr lang="fr-FR" sz="2000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Montserrat" pitchFamily="2" charset="0"/>
              </a:rPr>
              <a:t>La période de l’année à une influence directe sur nos ventes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Montserrat" pitchFamily="2" charset="0"/>
              </a:rPr>
              <a:t>L’âge à une influence sur la catégorie des livres achetés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Montserrat" pitchFamily="2" charset="0"/>
              </a:rPr>
              <a:t>Les 20-34 ans ont un panier moyen plus élevé et il diminue progressivement </a:t>
            </a:r>
            <a:r>
              <a:rPr lang="fr-FR" sz="2000">
                <a:latin typeface="Montserrat" pitchFamily="2" charset="0"/>
              </a:rPr>
              <a:t>avec l’âge</a:t>
            </a:r>
            <a:endParaRPr lang="fr-FR" sz="2000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Montserrat" pitchFamily="2" charset="0"/>
              </a:rPr>
              <a:t>Les 30-53 ans achètent plus régulièrement</a:t>
            </a:r>
          </a:p>
        </p:txBody>
      </p:sp>
    </p:spTree>
    <p:extLst>
      <p:ext uri="{BB962C8B-B14F-4D97-AF65-F5344CB8AC3E}">
        <p14:creationId xmlns:p14="http://schemas.microsoft.com/office/powerpoint/2010/main" val="34607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3FA45C-424B-447C-BD7A-781F3FEA8AE4}"/>
              </a:ext>
            </a:extLst>
          </p:cNvPr>
          <p:cNvSpPr/>
          <p:nvPr/>
        </p:nvSpPr>
        <p:spPr>
          <a:xfrm>
            <a:off x="7296150" y="0"/>
            <a:ext cx="4895850" cy="6858000"/>
          </a:xfrm>
          <a:prstGeom prst="rect">
            <a:avLst/>
          </a:prstGeom>
          <a:solidFill>
            <a:srgbClr val="012C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6" name="Picture 2" descr="Logo for LAPAGE, a fictional company that began as a physical bookstore with multiple locations and evolved into an online retail platform. The logo should evoke a blend of tradition and modernity, featuring elements like an open book, a digital shopping cart, or a stylized page turning. Use elegant serif typography for 'LAPAGE' and a warm, trustworthy color palette (e.g., deep blue, burgundy, or gold). The design should be clean, professional, and suitable for both print and web.">
            <a:extLst>
              <a:ext uri="{FF2B5EF4-FFF2-40B4-BE49-F238E27FC236}">
                <a16:creationId xmlns:a16="http://schemas.microsoft.com/office/drawing/2014/main" id="{5B002FA5-9E3D-4BEA-B4E2-80AB50BA5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1" y="981075"/>
            <a:ext cx="4895849" cy="4895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62B35F8-ECD4-4211-99A2-5A9D002E0E87}"/>
              </a:ext>
            </a:extLst>
          </p:cNvPr>
          <p:cNvSpPr txBox="1"/>
          <p:nvPr/>
        </p:nvSpPr>
        <p:spPr>
          <a:xfrm>
            <a:off x="7567612" y="2890391"/>
            <a:ext cx="43910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" pitchFamily="2" charset="0"/>
              </a:rPr>
              <a:t>Merci de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32650976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9207</TotalTime>
  <Words>1819</Words>
  <Application>Microsoft Office PowerPoint</Application>
  <PresentationFormat>Grand écran</PresentationFormat>
  <Paragraphs>226</Paragraphs>
  <Slides>17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Montserrat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Babass .</dc:creator>
  <cp:lastModifiedBy>Babass .</cp:lastModifiedBy>
  <cp:revision>5</cp:revision>
  <dcterms:created xsi:type="dcterms:W3CDTF">2025-11-13T13:19:25Z</dcterms:created>
  <dcterms:modified xsi:type="dcterms:W3CDTF">2025-11-28T15:22:14Z</dcterms:modified>
</cp:coreProperties>
</file>